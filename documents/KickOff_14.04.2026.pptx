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howSpecialPlsOnTitleSld="0" strictFirstAndLastChars="0" saveSubsetFonts="1">
  <p:sldMasterIdLst>
    <p:sldMasterId id="2147483648" r:id="rId1"/>
    <p:sldMasterId id="2147483910" r:id="rId2"/>
  </p:sldMasterIdLst>
  <p:notesMasterIdLst>
    <p:notesMasterId r:id="rId16"/>
  </p:notesMasterIdLst>
  <p:sldIdLst>
    <p:sldId id="263" r:id="rId3"/>
    <p:sldId id="287" r:id="rId4"/>
    <p:sldId id="295" r:id="rId5"/>
    <p:sldId id="301" r:id="rId6"/>
    <p:sldId id="296" r:id="rId7"/>
    <p:sldId id="302" r:id="rId8"/>
    <p:sldId id="297" r:id="rId9"/>
    <p:sldId id="303" r:id="rId10"/>
    <p:sldId id="299" r:id="rId11"/>
    <p:sldId id="298" r:id="rId12"/>
    <p:sldId id="304" r:id="rId13"/>
    <p:sldId id="300" r:id="rId14"/>
    <p:sldId id="278" r:id="rId15"/>
  </p:sldIdLst>
  <p:sldSz cx="24384000" cy="13716000"/>
  <p:notesSz cx="6858000" cy="9144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rgbClr val="004F8F"/>
        </a:solidFill>
        <a:latin typeface="Georgia" panose="02040502050405020303" pitchFamily="18" charset="0"/>
        <a:ea typeface="Georgia" panose="02040502050405020303" pitchFamily="18" charset="0"/>
        <a:cs typeface="Georgia" panose="02040502050405020303" pitchFamily="18" charset="0"/>
        <a:sym typeface="Georgia" panose="02040502050405020303" pitchFamily="18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rgbClr val="004F8F"/>
        </a:solidFill>
        <a:latin typeface="Georgia" panose="02040502050405020303" pitchFamily="18" charset="0"/>
        <a:ea typeface="Georgia" panose="02040502050405020303" pitchFamily="18" charset="0"/>
        <a:cs typeface="Georgia" panose="02040502050405020303" pitchFamily="18" charset="0"/>
        <a:sym typeface="Georgia" panose="02040502050405020303" pitchFamily="18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rgbClr val="004F8F"/>
        </a:solidFill>
        <a:latin typeface="Georgia" panose="02040502050405020303" pitchFamily="18" charset="0"/>
        <a:ea typeface="Georgia" panose="02040502050405020303" pitchFamily="18" charset="0"/>
        <a:cs typeface="Georgia" panose="02040502050405020303" pitchFamily="18" charset="0"/>
        <a:sym typeface="Georgia" panose="02040502050405020303" pitchFamily="18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rgbClr val="004F8F"/>
        </a:solidFill>
        <a:latin typeface="Georgia" panose="02040502050405020303" pitchFamily="18" charset="0"/>
        <a:ea typeface="Georgia" panose="02040502050405020303" pitchFamily="18" charset="0"/>
        <a:cs typeface="Georgia" panose="02040502050405020303" pitchFamily="18" charset="0"/>
        <a:sym typeface="Georgia" panose="02040502050405020303" pitchFamily="18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rgbClr val="004F8F"/>
        </a:solidFill>
        <a:latin typeface="Georgia" panose="02040502050405020303" pitchFamily="18" charset="0"/>
        <a:ea typeface="Georgia" panose="02040502050405020303" pitchFamily="18" charset="0"/>
        <a:cs typeface="Georgia" panose="02040502050405020303" pitchFamily="18" charset="0"/>
        <a:sym typeface="Georgia" panose="02040502050405020303" pitchFamily="18" charset="0"/>
      </a:defRPr>
    </a:lvl5pPr>
    <a:lvl6pPr marL="2286000" algn="l" defTabSz="914400" rtl="0" eaLnBrk="1" latinLnBrk="0" hangingPunct="1">
      <a:defRPr sz="2800" kern="1200">
        <a:solidFill>
          <a:srgbClr val="004F8F"/>
        </a:solidFill>
        <a:latin typeface="Georgia" panose="02040502050405020303" pitchFamily="18" charset="0"/>
        <a:ea typeface="Georgia" panose="02040502050405020303" pitchFamily="18" charset="0"/>
        <a:cs typeface="Georgia" panose="02040502050405020303" pitchFamily="18" charset="0"/>
        <a:sym typeface="Georgia" panose="02040502050405020303" pitchFamily="18" charset="0"/>
      </a:defRPr>
    </a:lvl6pPr>
    <a:lvl7pPr marL="2743200" algn="l" defTabSz="914400" rtl="0" eaLnBrk="1" latinLnBrk="0" hangingPunct="1">
      <a:defRPr sz="2800" kern="1200">
        <a:solidFill>
          <a:srgbClr val="004F8F"/>
        </a:solidFill>
        <a:latin typeface="Georgia" panose="02040502050405020303" pitchFamily="18" charset="0"/>
        <a:ea typeface="Georgia" panose="02040502050405020303" pitchFamily="18" charset="0"/>
        <a:cs typeface="Georgia" panose="02040502050405020303" pitchFamily="18" charset="0"/>
        <a:sym typeface="Georgia" panose="02040502050405020303" pitchFamily="18" charset="0"/>
      </a:defRPr>
    </a:lvl7pPr>
    <a:lvl8pPr marL="3200400" algn="l" defTabSz="914400" rtl="0" eaLnBrk="1" latinLnBrk="0" hangingPunct="1">
      <a:defRPr sz="2800" kern="1200">
        <a:solidFill>
          <a:srgbClr val="004F8F"/>
        </a:solidFill>
        <a:latin typeface="Georgia" panose="02040502050405020303" pitchFamily="18" charset="0"/>
        <a:ea typeface="Georgia" panose="02040502050405020303" pitchFamily="18" charset="0"/>
        <a:cs typeface="Georgia" panose="02040502050405020303" pitchFamily="18" charset="0"/>
        <a:sym typeface="Georgia" panose="02040502050405020303" pitchFamily="18" charset="0"/>
      </a:defRPr>
    </a:lvl8pPr>
    <a:lvl9pPr marL="3657600" algn="l" defTabSz="914400" rtl="0" eaLnBrk="1" latinLnBrk="0" hangingPunct="1">
      <a:defRPr sz="2800" kern="1200">
        <a:solidFill>
          <a:srgbClr val="004F8F"/>
        </a:solidFill>
        <a:latin typeface="Georgia" panose="02040502050405020303" pitchFamily="18" charset="0"/>
        <a:ea typeface="Georgia" panose="02040502050405020303" pitchFamily="18" charset="0"/>
        <a:cs typeface="Georgia" panose="02040502050405020303" pitchFamily="18" charset="0"/>
        <a:sym typeface="Georgia" panose="02040502050405020303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61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0" d="100"/>
          <a:sy n="30" d="100"/>
        </p:scale>
        <p:origin x="884" y="20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qrrkzkysm@goetheuniversitaet.onmicrosoft.com" userId="8ce824fd-3a4f-401a-95a0-acf75c1cc1af" providerId="ADAL" clId="{99E6E479-EF6C-4E3E-A254-3F477F99F19B}"/>
    <pc:docChg chg="undo custSel addSld delSld modSld sldOrd">
      <pc:chgData name="dqrrkzkysm@goetheuniversitaet.onmicrosoft.com" userId="8ce824fd-3a4f-401a-95a0-acf75c1cc1af" providerId="ADAL" clId="{99E6E479-EF6C-4E3E-A254-3F477F99F19B}" dt="2026-05-13T14:38:46.110" v="4205" actId="478"/>
      <pc:docMkLst>
        <pc:docMk/>
      </pc:docMkLst>
      <pc:sldChg chg="addSp delSp modSp mod">
        <pc:chgData name="dqrrkzkysm@goetheuniversitaet.onmicrosoft.com" userId="8ce824fd-3a4f-401a-95a0-acf75c1cc1af" providerId="ADAL" clId="{99E6E479-EF6C-4E3E-A254-3F477F99F19B}" dt="2026-05-13T14:38:46.110" v="4205" actId="478"/>
        <pc:sldMkLst>
          <pc:docMk/>
          <pc:sldMk cId="4063216720" sldId="263"/>
        </pc:sldMkLst>
        <pc:spChg chg="mod">
          <ac:chgData name="dqrrkzkysm@goetheuniversitaet.onmicrosoft.com" userId="8ce824fd-3a4f-401a-95a0-acf75c1cc1af" providerId="ADAL" clId="{99E6E479-EF6C-4E3E-A254-3F477F99F19B}" dt="2026-04-14T13:30:46.663" v="4200" actId="1076"/>
          <ac:spMkLst>
            <pc:docMk/>
            <pc:sldMk cId="4063216720" sldId="263"/>
            <ac:spMk id="2" creationId="{00000000-0000-0000-0000-000000000000}"/>
          </ac:spMkLst>
        </pc:spChg>
        <pc:spChg chg="add mod">
          <ac:chgData name="dqrrkzkysm@goetheuniversitaet.onmicrosoft.com" userId="8ce824fd-3a4f-401a-95a0-acf75c1cc1af" providerId="ADAL" clId="{99E6E479-EF6C-4E3E-A254-3F477F99F19B}" dt="2026-04-14T13:30:38.688" v="4199" actId="20577"/>
          <ac:spMkLst>
            <pc:docMk/>
            <pc:sldMk cId="4063216720" sldId="263"/>
            <ac:spMk id="3" creationId="{60D6C289-78B6-707D-4363-242EAD224F88}"/>
          </ac:spMkLst>
        </pc:spChg>
        <pc:spChg chg="mod">
          <ac:chgData name="dqrrkzkysm@goetheuniversitaet.onmicrosoft.com" userId="8ce824fd-3a4f-401a-95a0-acf75c1cc1af" providerId="ADAL" clId="{99E6E479-EF6C-4E3E-A254-3F477F99F19B}" dt="2026-04-13T17:43:18.368" v="1575" actId="14100"/>
          <ac:spMkLst>
            <pc:docMk/>
            <pc:sldMk cId="4063216720" sldId="263"/>
            <ac:spMk id="4" creationId="{00000000-0000-0000-0000-000000000000}"/>
          </ac:spMkLst>
        </pc:spChg>
        <pc:spChg chg="add mod">
          <ac:chgData name="dqrrkzkysm@goetheuniversitaet.onmicrosoft.com" userId="8ce824fd-3a4f-401a-95a0-acf75c1cc1af" providerId="ADAL" clId="{99E6E479-EF6C-4E3E-A254-3F477F99F19B}" dt="2026-04-14T13:30:52.242" v="4201" actId="1076"/>
          <ac:spMkLst>
            <pc:docMk/>
            <pc:sldMk cId="4063216720" sldId="263"/>
            <ac:spMk id="6" creationId="{9082654D-7295-098D-C163-09F55C9757A0}"/>
          </ac:spMkLst>
        </pc:spChg>
        <pc:picChg chg="add del">
          <ac:chgData name="dqrrkzkysm@goetheuniversitaet.onmicrosoft.com" userId="8ce824fd-3a4f-401a-95a0-acf75c1cc1af" providerId="ADAL" clId="{99E6E479-EF6C-4E3E-A254-3F477F99F19B}" dt="2026-05-13T14:38:46.110" v="4205" actId="478"/>
          <ac:picMkLst>
            <pc:docMk/>
            <pc:sldMk cId="4063216720" sldId="263"/>
            <ac:picMk id="8" creationId="{77BF43B2-AC86-B274-E736-7948874623D6}"/>
          </ac:picMkLst>
        </pc:picChg>
      </pc:sldChg>
      <pc:sldChg chg="modSp mod">
        <pc:chgData name="dqrrkzkysm@goetheuniversitaet.onmicrosoft.com" userId="8ce824fd-3a4f-401a-95a0-acf75c1cc1af" providerId="ADAL" clId="{99E6E479-EF6C-4E3E-A254-3F477F99F19B}" dt="2026-04-13T17:46:10.120" v="1709" actId="20577"/>
        <pc:sldMkLst>
          <pc:docMk/>
          <pc:sldMk cId="897773225" sldId="278"/>
        </pc:sldMkLst>
        <pc:spChg chg="mod">
          <ac:chgData name="dqrrkzkysm@goetheuniversitaet.onmicrosoft.com" userId="8ce824fd-3a4f-401a-95a0-acf75c1cc1af" providerId="ADAL" clId="{99E6E479-EF6C-4E3E-A254-3F477F99F19B}" dt="2026-04-13T17:46:10.120" v="1709" actId="20577"/>
          <ac:spMkLst>
            <pc:docMk/>
            <pc:sldMk cId="897773225" sldId="278"/>
            <ac:spMk id="6" creationId="{52C88433-3473-A425-1072-6FD8A522A3BB}"/>
          </ac:spMkLst>
        </pc:spChg>
      </pc:sldChg>
      <pc:sldChg chg="modSp mod">
        <pc:chgData name="dqrrkzkysm@goetheuniversitaet.onmicrosoft.com" userId="8ce824fd-3a4f-401a-95a0-acf75c1cc1af" providerId="ADAL" clId="{99E6E479-EF6C-4E3E-A254-3F477F99F19B}" dt="2026-04-14T09:22:33.001" v="4138" actId="1076"/>
        <pc:sldMkLst>
          <pc:docMk/>
          <pc:sldMk cId="3674113705" sldId="287"/>
        </pc:sldMkLst>
        <pc:spChg chg="mod">
          <ac:chgData name="dqrrkzkysm@goetheuniversitaet.onmicrosoft.com" userId="8ce824fd-3a4f-401a-95a0-acf75c1cc1af" providerId="ADAL" clId="{99E6E479-EF6C-4E3E-A254-3F477F99F19B}" dt="2026-04-14T08:27:55.535" v="3860"/>
          <ac:spMkLst>
            <pc:docMk/>
            <pc:sldMk cId="3674113705" sldId="287"/>
            <ac:spMk id="3" creationId="{42B28261-2325-6E85-3737-E032F39B6191}"/>
          </ac:spMkLst>
        </pc:spChg>
        <pc:spChg chg="mod">
          <ac:chgData name="dqrrkzkysm@goetheuniversitaet.onmicrosoft.com" userId="8ce824fd-3a4f-401a-95a0-acf75c1cc1af" providerId="ADAL" clId="{99E6E479-EF6C-4E3E-A254-3F477F99F19B}" dt="2026-04-14T09:22:33.001" v="4138" actId="1076"/>
          <ac:spMkLst>
            <pc:docMk/>
            <pc:sldMk cId="3674113705" sldId="287"/>
            <ac:spMk id="5" creationId="{D6A1CC37-1259-12FA-D165-3F281655C955}"/>
          </ac:spMkLst>
        </pc:spChg>
      </pc:sldChg>
      <pc:sldChg chg="addSp delSp modSp add mod">
        <pc:chgData name="dqrrkzkysm@goetheuniversitaet.onmicrosoft.com" userId="8ce824fd-3a4f-401a-95a0-acf75c1cc1af" providerId="ADAL" clId="{99E6E479-EF6C-4E3E-A254-3F477F99F19B}" dt="2026-04-14T09:28:22.711" v="4159" actId="20577"/>
        <pc:sldMkLst>
          <pc:docMk/>
          <pc:sldMk cId="1307573411" sldId="295"/>
        </pc:sldMkLst>
        <pc:spChg chg="mod">
          <ac:chgData name="dqrrkzkysm@goetheuniversitaet.onmicrosoft.com" userId="8ce824fd-3a4f-401a-95a0-acf75c1cc1af" providerId="ADAL" clId="{99E6E479-EF6C-4E3E-A254-3F477F99F19B}" dt="2026-04-14T09:28:22.711" v="4159" actId="20577"/>
          <ac:spMkLst>
            <pc:docMk/>
            <pc:sldMk cId="1307573411" sldId="295"/>
            <ac:spMk id="3" creationId="{6793A70A-71F3-A47C-822E-F2CF162B8637}"/>
          </ac:spMkLst>
        </pc:spChg>
        <pc:spChg chg="mod">
          <ac:chgData name="dqrrkzkysm@goetheuniversitaet.onmicrosoft.com" userId="8ce824fd-3a4f-401a-95a0-acf75c1cc1af" providerId="ADAL" clId="{99E6E479-EF6C-4E3E-A254-3F477F99F19B}" dt="2026-04-14T06:23:37.366" v="2217" actId="1076"/>
          <ac:spMkLst>
            <pc:docMk/>
            <pc:sldMk cId="1307573411" sldId="295"/>
            <ac:spMk id="5" creationId="{80529373-649A-A181-EEE4-82EE76C2472C}"/>
          </ac:spMkLst>
        </pc:spChg>
      </pc:sldChg>
      <pc:sldChg chg="addSp modSp add mod">
        <pc:chgData name="dqrrkzkysm@goetheuniversitaet.onmicrosoft.com" userId="8ce824fd-3a4f-401a-95a0-acf75c1cc1af" providerId="ADAL" clId="{99E6E479-EF6C-4E3E-A254-3F477F99F19B}" dt="2026-04-14T09:24:19.507" v="4142" actId="20577"/>
        <pc:sldMkLst>
          <pc:docMk/>
          <pc:sldMk cId="1648750472" sldId="296"/>
        </pc:sldMkLst>
        <pc:spChg chg="mod">
          <ac:chgData name="dqrrkzkysm@goetheuniversitaet.onmicrosoft.com" userId="8ce824fd-3a4f-401a-95a0-acf75c1cc1af" providerId="ADAL" clId="{99E6E479-EF6C-4E3E-A254-3F477F99F19B}" dt="2026-04-14T09:23:54.705" v="4140" actId="14100"/>
          <ac:spMkLst>
            <pc:docMk/>
            <pc:sldMk cId="1648750472" sldId="296"/>
            <ac:spMk id="2" creationId="{19517CED-BC62-146D-16CF-1FE31D331027}"/>
          </ac:spMkLst>
        </pc:spChg>
        <pc:spChg chg="mod">
          <ac:chgData name="dqrrkzkysm@goetheuniversitaet.onmicrosoft.com" userId="8ce824fd-3a4f-401a-95a0-acf75c1cc1af" providerId="ADAL" clId="{99E6E479-EF6C-4E3E-A254-3F477F99F19B}" dt="2026-04-14T08:04:09.331" v="3215" actId="1076"/>
          <ac:spMkLst>
            <pc:docMk/>
            <pc:sldMk cId="1648750472" sldId="296"/>
            <ac:spMk id="3" creationId="{DD31D716-6094-5876-4749-7F9149B8B20B}"/>
          </ac:spMkLst>
        </pc:spChg>
        <pc:spChg chg="mod">
          <ac:chgData name="dqrrkzkysm@goetheuniversitaet.onmicrosoft.com" userId="8ce824fd-3a4f-401a-95a0-acf75c1cc1af" providerId="ADAL" clId="{99E6E479-EF6C-4E3E-A254-3F477F99F19B}" dt="2026-04-13T18:23:46.447" v="2001" actId="20577"/>
          <ac:spMkLst>
            <pc:docMk/>
            <pc:sldMk cId="1648750472" sldId="296"/>
            <ac:spMk id="5" creationId="{F1A7C11B-0ACC-2D62-C9F2-1B5E262924E6}"/>
          </ac:spMkLst>
        </pc:spChg>
        <pc:spChg chg="add mod">
          <ac:chgData name="dqrrkzkysm@goetheuniversitaet.onmicrosoft.com" userId="8ce824fd-3a4f-401a-95a0-acf75c1cc1af" providerId="ADAL" clId="{99E6E479-EF6C-4E3E-A254-3F477F99F19B}" dt="2026-04-14T08:08:54.411" v="3417" actId="255"/>
          <ac:spMkLst>
            <pc:docMk/>
            <pc:sldMk cId="1648750472" sldId="296"/>
            <ac:spMk id="7" creationId="{F9467D98-14E2-4153-8A27-EB1FA7F394BC}"/>
          </ac:spMkLst>
        </pc:spChg>
        <pc:spChg chg="add mod">
          <ac:chgData name="dqrrkzkysm@goetheuniversitaet.onmicrosoft.com" userId="8ce824fd-3a4f-401a-95a0-acf75c1cc1af" providerId="ADAL" clId="{99E6E479-EF6C-4E3E-A254-3F477F99F19B}" dt="2026-04-14T09:24:19.507" v="4142" actId="20577"/>
          <ac:spMkLst>
            <pc:docMk/>
            <pc:sldMk cId="1648750472" sldId="296"/>
            <ac:spMk id="9" creationId="{9C695F5E-F5D5-9CC1-C757-AF0C419B54F8}"/>
          </ac:spMkLst>
        </pc:spChg>
      </pc:sldChg>
      <pc:sldChg chg="addSp delSp modSp add mod">
        <pc:chgData name="dqrrkzkysm@goetheuniversitaet.onmicrosoft.com" userId="8ce824fd-3a4f-401a-95a0-acf75c1cc1af" providerId="ADAL" clId="{99E6E479-EF6C-4E3E-A254-3F477F99F19B}" dt="2026-04-14T09:25:08.770" v="4144" actId="1076"/>
        <pc:sldMkLst>
          <pc:docMk/>
          <pc:sldMk cId="1831699015" sldId="297"/>
        </pc:sldMkLst>
        <pc:spChg chg="mod">
          <ac:chgData name="dqrrkzkysm@goetheuniversitaet.onmicrosoft.com" userId="8ce824fd-3a4f-401a-95a0-acf75c1cc1af" providerId="ADAL" clId="{99E6E479-EF6C-4E3E-A254-3F477F99F19B}" dt="2026-04-13T18:24:17.827" v="2028" actId="20577"/>
          <ac:spMkLst>
            <pc:docMk/>
            <pc:sldMk cId="1831699015" sldId="297"/>
            <ac:spMk id="5" creationId="{DBE5D252-D358-19A8-7224-00FEE64ECFDA}"/>
          </ac:spMkLst>
        </pc:spChg>
        <pc:spChg chg="add mod">
          <ac:chgData name="dqrrkzkysm@goetheuniversitaet.onmicrosoft.com" userId="8ce824fd-3a4f-401a-95a0-acf75c1cc1af" providerId="ADAL" clId="{99E6E479-EF6C-4E3E-A254-3F477F99F19B}" dt="2026-04-14T08:30:04.141" v="3876" actId="1076"/>
          <ac:spMkLst>
            <pc:docMk/>
            <pc:sldMk cId="1831699015" sldId="297"/>
            <ac:spMk id="9" creationId="{C6258E8B-D466-D547-10F8-D8D02B493147}"/>
          </ac:spMkLst>
        </pc:spChg>
        <pc:picChg chg="add mod">
          <ac:chgData name="dqrrkzkysm@goetheuniversitaet.onmicrosoft.com" userId="8ce824fd-3a4f-401a-95a0-acf75c1cc1af" providerId="ADAL" clId="{99E6E479-EF6C-4E3E-A254-3F477F99F19B}" dt="2026-04-14T09:25:08.770" v="4144" actId="1076"/>
          <ac:picMkLst>
            <pc:docMk/>
            <pc:sldMk cId="1831699015" sldId="297"/>
            <ac:picMk id="14" creationId="{1493DF73-F0D8-27B3-7A04-086773EB82AF}"/>
          </ac:picMkLst>
        </pc:picChg>
      </pc:sldChg>
      <pc:sldChg chg="addSp delSp modSp add mod">
        <pc:chgData name="dqrrkzkysm@goetheuniversitaet.onmicrosoft.com" userId="8ce824fd-3a4f-401a-95a0-acf75c1cc1af" providerId="ADAL" clId="{99E6E479-EF6C-4E3E-A254-3F477F99F19B}" dt="2026-04-14T09:17:38.582" v="4137" actId="1076"/>
        <pc:sldMkLst>
          <pc:docMk/>
          <pc:sldMk cId="2126385387" sldId="298"/>
        </pc:sldMkLst>
        <pc:spChg chg="mod">
          <ac:chgData name="dqrrkzkysm@goetheuniversitaet.onmicrosoft.com" userId="8ce824fd-3a4f-401a-95a0-acf75c1cc1af" providerId="ADAL" clId="{99E6E479-EF6C-4E3E-A254-3F477F99F19B}" dt="2026-04-14T09:14:36.715" v="4124" actId="1076"/>
          <ac:spMkLst>
            <pc:docMk/>
            <pc:sldMk cId="2126385387" sldId="298"/>
            <ac:spMk id="2" creationId="{46459415-C7C0-9280-3AF0-B3A7C58BD890}"/>
          </ac:spMkLst>
        </pc:spChg>
        <pc:spChg chg="mod">
          <ac:chgData name="dqrrkzkysm@goetheuniversitaet.onmicrosoft.com" userId="8ce824fd-3a4f-401a-95a0-acf75c1cc1af" providerId="ADAL" clId="{99E6E479-EF6C-4E3E-A254-3F477F99F19B}" dt="2026-04-14T09:17:11.245" v="4131" actId="1076"/>
          <ac:spMkLst>
            <pc:docMk/>
            <pc:sldMk cId="2126385387" sldId="298"/>
            <ac:spMk id="3" creationId="{4C767A49-3C3D-E94B-ECF9-9E6F43B9B1A0}"/>
          </ac:spMkLst>
        </pc:spChg>
        <pc:spChg chg="mod">
          <ac:chgData name="dqrrkzkysm@goetheuniversitaet.onmicrosoft.com" userId="8ce824fd-3a4f-401a-95a0-acf75c1cc1af" providerId="ADAL" clId="{99E6E479-EF6C-4E3E-A254-3F477F99F19B}" dt="2026-04-14T08:28:29.698" v="3864" actId="20577"/>
          <ac:spMkLst>
            <pc:docMk/>
            <pc:sldMk cId="2126385387" sldId="298"/>
            <ac:spMk id="5" creationId="{18263104-B1EE-9962-87BA-7B02213704CC}"/>
          </ac:spMkLst>
        </pc:spChg>
        <pc:picChg chg="add mod">
          <ac:chgData name="dqrrkzkysm@goetheuniversitaet.onmicrosoft.com" userId="8ce824fd-3a4f-401a-95a0-acf75c1cc1af" providerId="ADAL" clId="{99E6E479-EF6C-4E3E-A254-3F477F99F19B}" dt="2026-04-14T09:17:38.582" v="4137" actId="1076"/>
          <ac:picMkLst>
            <pc:docMk/>
            <pc:sldMk cId="2126385387" sldId="298"/>
            <ac:picMk id="8" creationId="{568E9EFC-EF92-3DF4-5F45-CC92C2225375}"/>
          </ac:picMkLst>
        </pc:picChg>
      </pc:sldChg>
      <pc:sldChg chg="addSp delSp modSp add mod ord">
        <pc:chgData name="dqrrkzkysm@goetheuniversitaet.onmicrosoft.com" userId="8ce824fd-3a4f-401a-95a0-acf75c1cc1af" providerId="ADAL" clId="{99E6E479-EF6C-4E3E-A254-3F477F99F19B}" dt="2026-04-14T09:01:07.002" v="3929" actId="1076"/>
        <pc:sldMkLst>
          <pc:docMk/>
          <pc:sldMk cId="2025144475" sldId="299"/>
        </pc:sldMkLst>
        <pc:spChg chg="mod">
          <ac:chgData name="dqrrkzkysm@goetheuniversitaet.onmicrosoft.com" userId="8ce824fd-3a4f-401a-95a0-acf75c1cc1af" providerId="ADAL" clId="{99E6E479-EF6C-4E3E-A254-3F477F99F19B}" dt="2026-04-14T08:57:36.576" v="3907" actId="1076"/>
          <ac:spMkLst>
            <pc:docMk/>
            <pc:sldMk cId="2025144475" sldId="299"/>
            <ac:spMk id="3" creationId="{8B542957-1D43-4992-FEF9-A7E5D6DCCF61}"/>
          </ac:spMkLst>
        </pc:spChg>
        <pc:spChg chg="mod">
          <ac:chgData name="dqrrkzkysm@goetheuniversitaet.onmicrosoft.com" userId="8ce824fd-3a4f-401a-95a0-acf75c1cc1af" providerId="ADAL" clId="{99E6E479-EF6C-4E3E-A254-3F477F99F19B}" dt="2026-04-14T08:28:25.263" v="3862" actId="20577"/>
          <ac:spMkLst>
            <pc:docMk/>
            <pc:sldMk cId="2025144475" sldId="299"/>
            <ac:spMk id="5" creationId="{A996D3AE-EF27-352B-1A37-EAB577290962}"/>
          </ac:spMkLst>
        </pc:spChg>
        <pc:picChg chg="add mod">
          <ac:chgData name="dqrrkzkysm@goetheuniversitaet.onmicrosoft.com" userId="8ce824fd-3a4f-401a-95a0-acf75c1cc1af" providerId="ADAL" clId="{99E6E479-EF6C-4E3E-A254-3F477F99F19B}" dt="2026-04-14T09:01:07.002" v="3929" actId="1076"/>
          <ac:picMkLst>
            <pc:docMk/>
            <pc:sldMk cId="2025144475" sldId="299"/>
            <ac:picMk id="17" creationId="{E5F43321-E53F-4422-3CF5-2D3A3AF25AF5}"/>
          </ac:picMkLst>
        </pc:picChg>
      </pc:sldChg>
      <pc:sldChg chg="addSp modSp add mod">
        <pc:chgData name="dqrrkzkysm@goetheuniversitaet.onmicrosoft.com" userId="8ce824fd-3a4f-401a-95a0-acf75c1cc1af" providerId="ADAL" clId="{99E6E479-EF6C-4E3E-A254-3F477F99F19B}" dt="2026-04-13T18:33:33.006" v="2131" actId="1076"/>
        <pc:sldMkLst>
          <pc:docMk/>
          <pc:sldMk cId="269660540" sldId="300"/>
        </pc:sldMkLst>
        <pc:spChg chg="mod">
          <ac:chgData name="dqrrkzkysm@goetheuniversitaet.onmicrosoft.com" userId="8ce824fd-3a4f-401a-95a0-acf75c1cc1af" providerId="ADAL" clId="{99E6E479-EF6C-4E3E-A254-3F477F99F19B}" dt="2026-04-13T18:33:33.006" v="2131" actId="1076"/>
          <ac:spMkLst>
            <pc:docMk/>
            <pc:sldMk cId="269660540" sldId="300"/>
            <ac:spMk id="3" creationId="{3D4223D5-8D66-F9FE-F857-D01D6FADA549}"/>
          </ac:spMkLst>
        </pc:spChg>
        <pc:spChg chg="mod">
          <ac:chgData name="dqrrkzkysm@goetheuniversitaet.onmicrosoft.com" userId="8ce824fd-3a4f-401a-95a0-acf75c1cc1af" providerId="ADAL" clId="{99E6E479-EF6C-4E3E-A254-3F477F99F19B}" dt="2026-04-13T18:32:28.435" v="2090" actId="20577"/>
          <ac:spMkLst>
            <pc:docMk/>
            <pc:sldMk cId="269660540" sldId="300"/>
            <ac:spMk id="5" creationId="{441F7D74-B3DA-8189-3A5F-4D1B3FE8436F}"/>
          </ac:spMkLst>
        </pc:spChg>
        <pc:spChg chg="add mod">
          <ac:chgData name="dqrrkzkysm@goetheuniversitaet.onmicrosoft.com" userId="8ce824fd-3a4f-401a-95a0-acf75c1cc1af" providerId="ADAL" clId="{99E6E479-EF6C-4E3E-A254-3F477F99F19B}" dt="2026-04-13T18:33:26.500" v="2130" actId="20577"/>
          <ac:spMkLst>
            <pc:docMk/>
            <pc:sldMk cId="269660540" sldId="300"/>
            <ac:spMk id="6" creationId="{9F6A1629-BD37-94D4-60CA-CC782A098BFB}"/>
          </ac:spMkLst>
        </pc:spChg>
      </pc:sldChg>
      <pc:sldChg chg="addSp modSp add mod">
        <pc:chgData name="dqrrkzkysm@goetheuniversitaet.onmicrosoft.com" userId="8ce824fd-3a4f-401a-95a0-acf75c1cc1af" providerId="ADAL" clId="{99E6E479-EF6C-4E3E-A254-3F477F99F19B}" dt="2026-04-14T09:30:32.904" v="4166" actId="20577"/>
        <pc:sldMkLst>
          <pc:docMk/>
          <pc:sldMk cId="2571300499" sldId="301"/>
        </pc:sldMkLst>
        <pc:spChg chg="mod">
          <ac:chgData name="dqrrkzkysm@goetheuniversitaet.onmicrosoft.com" userId="8ce824fd-3a4f-401a-95a0-acf75c1cc1af" providerId="ADAL" clId="{99E6E479-EF6C-4E3E-A254-3F477F99F19B}" dt="2026-04-14T09:30:32.904" v="4166" actId="20577"/>
          <ac:spMkLst>
            <pc:docMk/>
            <pc:sldMk cId="2571300499" sldId="301"/>
            <ac:spMk id="3" creationId="{7DBE4B5C-93B6-F941-E8E5-1FCFADF0B3B1}"/>
          </ac:spMkLst>
        </pc:spChg>
        <pc:spChg chg="add mod">
          <ac:chgData name="dqrrkzkysm@goetheuniversitaet.onmicrosoft.com" userId="8ce824fd-3a4f-401a-95a0-acf75c1cc1af" providerId="ADAL" clId="{99E6E479-EF6C-4E3E-A254-3F477F99F19B}" dt="2026-04-14T06:54:07.525" v="3027" actId="1076"/>
          <ac:spMkLst>
            <pc:docMk/>
            <pc:sldMk cId="2571300499" sldId="301"/>
            <ac:spMk id="6" creationId="{C0B2DF41-7F7B-ADBA-CF00-23C8E9AFA364}"/>
          </ac:spMkLst>
        </pc:spChg>
        <pc:picChg chg="add mod">
          <ac:chgData name="dqrrkzkysm@goetheuniversitaet.onmicrosoft.com" userId="8ce824fd-3a4f-401a-95a0-acf75c1cc1af" providerId="ADAL" clId="{99E6E479-EF6C-4E3E-A254-3F477F99F19B}" dt="2026-04-14T06:53:59.971" v="3026" actId="1076"/>
          <ac:picMkLst>
            <pc:docMk/>
            <pc:sldMk cId="2571300499" sldId="301"/>
            <ac:picMk id="1026" creationId="{6596B451-686F-37A9-1224-8FBF506DA6F2}"/>
          </ac:picMkLst>
        </pc:picChg>
      </pc:sldChg>
      <pc:sldChg chg="delSp modSp add mod">
        <pc:chgData name="dqrrkzkysm@goetheuniversitaet.onmicrosoft.com" userId="8ce824fd-3a4f-401a-95a0-acf75c1cc1af" providerId="ADAL" clId="{99E6E479-EF6C-4E3E-A254-3F477F99F19B}" dt="2026-04-14T09:24:30.353" v="4143" actId="1076"/>
        <pc:sldMkLst>
          <pc:docMk/>
          <pc:sldMk cId="1028410942" sldId="302"/>
        </pc:sldMkLst>
        <pc:spChg chg="mod">
          <ac:chgData name="dqrrkzkysm@goetheuniversitaet.onmicrosoft.com" userId="8ce824fd-3a4f-401a-95a0-acf75c1cc1af" providerId="ADAL" clId="{99E6E479-EF6C-4E3E-A254-3F477F99F19B}" dt="2026-04-14T08:17:44.649" v="3650" actId="1076"/>
          <ac:spMkLst>
            <pc:docMk/>
            <pc:sldMk cId="1028410942" sldId="302"/>
            <ac:spMk id="2" creationId="{3164A079-962E-53BC-6846-F0A9A3445833}"/>
          </ac:spMkLst>
        </pc:spChg>
        <pc:spChg chg="mod">
          <ac:chgData name="dqrrkzkysm@goetheuniversitaet.onmicrosoft.com" userId="8ce824fd-3a4f-401a-95a0-acf75c1cc1af" providerId="ADAL" clId="{99E6E479-EF6C-4E3E-A254-3F477F99F19B}" dt="2026-04-14T09:24:30.353" v="4143" actId="1076"/>
          <ac:spMkLst>
            <pc:docMk/>
            <pc:sldMk cId="1028410942" sldId="302"/>
            <ac:spMk id="7" creationId="{103F411D-5A85-F2EB-ED21-AF6FFAF5AED3}"/>
          </ac:spMkLst>
        </pc:spChg>
      </pc:sldChg>
      <pc:sldChg chg="modSp add mod ord">
        <pc:chgData name="dqrrkzkysm@goetheuniversitaet.onmicrosoft.com" userId="8ce824fd-3a4f-401a-95a0-acf75c1cc1af" providerId="ADAL" clId="{99E6E479-EF6C-4E3E-A254-3F477F99F19B}" dt="2026-04-14T09:00:27.769" v="3922"/>
        <pc:sldMkLst>
          <pc:docMk/>
          <pc:sldMk cId="2773264035" sldId="303"/>
        </pc:sldMkLst>
        <pc:picChg chg="mod">
          <ac:chgData name="dqrrkzkysm@goetheuniversitaet.onmicrosoft.com" userId="8ce824fd-3a4f-401a-95a0-acf75c1cc1af" providerId="ADAL" clId="{99E6E479-EF6C-4E3E-A254-3F477F99F19B}" dt="2026-04-14T09:00:21.394" v="3920" actId="1076"/>
          <ac:picMkLst>
            <pc:docMk/>
            <pc:sldMk cId="2773264035" sldId="303"/>
            <ac:picMk id="14" creationId="{F5C926DB-99A1-48C3-CA6E-30A910E36888}"/>
          </ac:picMkLst>
        </pc:picChg>
      </pc:sldChg>
      <pc:sldChg chg="delSp modSp add mod">
        <pc:chgData name="dqrrkzkysm@goetheuniversitaet.onmicrosoft.com" userId="8ce824fd-3a4f-401a-95a0-acf75c1cc1af" providerId="ADAL" clId="{99E6E479-EF6C-4E3E-A254-3F477F99F19B}" dt="2026-04-14T09:12:51.787" v="4123" actId="1076"/>
        <pc:sldMkLst>
          <pc:docMk/>
          <pc:sldMk cId="2337096493" sldId="304"/>
        </pc:sldMkLst>
        <pc:spChg chg="mod">
          <ac:chgData name="dqrrkzkysm@goetheuniversitaet.onmicrosoft.com" userId="8ce824fd-3a4f-401a-95a0-acf75c1cc1af" providerId="ADAL" clId="{99E6E479-EF6C-4E3E-A254-3F477F99F19B}" dt="2026-04-14T09:12:51.787" v="4123" actId="1076"/>
          <ac:spMkLst>
            <pc:docMk/>
            <pc:sldMk cId="2337096493" sldId="304"/>
            <ac:spMk id="6" creationId="{45163F2B-86FA-1228-995C-C435D0CE2B2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2" name="Rectangle 2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bevel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>
                <a:sym typeface="Avenir Roman" charset="0"/>
              </a:rPr>
              <a:t>Click to edit Master text styles</a:t>
            </a:r>
          </a:p>
          <a:p>
            <a:pPr lvl="1"/>
            <a:r>
              <a:rPr lang="de-DE" altLang="de-DE" noProof="0">
                <a:sym typeface="Avenir Roman" charset="0"/>
              </a:rPr>
              <a:t>Second level</a:t>
            </a:r>
          </a:p>
          <a:p>
            <a:pPr lvl="2"/>
            <a:r>
              <a:rPr lang="de-DE" altLang="de-DE" noProof="0">
                <a:sym typeface="Avenir Roman" charset="0"/>
              </a:rPr>
              <a:t>Third level</a:t>
            </a:r>
          </a:p>
          <a:p>
            <a:pPr lvl="3"/>
            <a:r>
              <a:rPr lang="de-DE" altLang="de-DE" noProof="0">
                <a:sym typeface="Avenir Roman" charset="0"/>
              </a:rPr>
              <a:t>Fourth level</a:t>
            </a:r>
          </a:p>
          <a:p>
            <a:pPr lvl="4"/>
            <a:r>
              <a:rPr lang="de-DE" altLang="de-DE" noProof="0">
                <a:sym typeface="Avenir Roman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78403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4800" kern="1200">
        <a:solidFill>
          <a:srgbClr val="000000"/>
        </a:solidFill>
        <a:latin typeface="Avenir Roman" charset="0"/>
        <a:ea typeface="Avenir Roman" charset="0"/>
        <a:cs typeface="Avenir Roman" charset="0"/>
        <a:sym typeface="Avenir Roman" charset="0"/>
      </a:defRPr>
    </a:lvl1pPr>
    <a:lvl2pPr indent="228600"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4800" kern="1200">
        <a:solidFill>
          <a:srgbClr val="000000"/>
        </a:solidFill>
        <a:latin typeface="Avenir Roman" charset="0"/>
        <a:ea typeface="Avenir Roman" charset="0"/>
        <a:cs typeface="Avenir Roman" charset="0"/>
        <a:sym typeface="Avenir Roman" charset="0"/>
      </a:defRPr>
    </a:lvl2pPr>
    <a:lvl3pPr indent="457200"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4800" kern="1200">
        <a:solidFill>
          <a:srgbClr val="000000"/>
        </a:solidFill>
        <a:latin typeface="Avenir Roman" charset="0"/>
        <a:ea typeface="Avenir Roman" charset="0"/>
        <a:cs typeface="Avenir Roman" charset="0"/>
        <a:sym typeface="Avenir Roman" charset="0"/>
      </a:defRPr>
    </a:lvl3pPr>
    <a:lvl4pPr indent="685800"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4800" kern="1200">
        <a:solidFill>
          <a:srgbClr val="000000"/>
        </a:solidFill>
        <a:latin typeface="Avenir Roman" charset="0"/>
        <a:ea typeface="Avenir Roman" charset="0"/>
        <a:cs typeface="Avenir Roman" charset="0"/>
        <a:sym typeface="Avenir Roman" charset="0"/>
      </a:defRPr>
    </a:lvl4pPr>
    <a:lvl5pPr indent="914400"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4800" kern="1200">
        <a:solidFill>
          <a:srgbClr val="000000"/>
        </a:solidFill>
        <a:latin typeface="Avenir Roman" charset="0"/>
        <a:ea typeface="Avenir Roman" charset="0"/>
        <a:cs typeface="Avenir Roman" charset="0"/>
        <a:sym typeface="Avenir Roman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>
          <a:xfrm>
            <a:off x="3774472" y="3905671"/>
            <a:ext cx="19938808" cy="4896545"/>
          </a:xfrm>
          <a:prstGeom prst="rect">
            <a:avLst/>
          </a:prstGeom>
        </p:spPr>
        <p:txBody>
          <a:bodyPr anchor="t" anchorCtr="0"/>
          <a:lstStyle>
            <a:lvl1pPr algn="l">
              <a:defRPr sz="8800">
                <a:solidFill>
                  <a:schemeClr val="tx1"/>
                </a:solidFill>
              </a:defRPr>
            </a:lvl1pPr>
          </a:lstStyle>
          <a:p>
            <a:r>
              <a:rPr lang="de-DE"/>
              <a:t>Titel/Vorlesung</a:t>
            </a:r>
          </a:p>
        </p:txBody>
      </p:sp>
      <p:sp>
        <p:nvSpPr>
          <p:cNvPr id="8" name="Untertitel 2"/>
          <p:cNvSpPr>
            <a:spLocks noGrp="1"/>
          </p:cNvSpPr>
          <p:nvPr>
            <p:ph type="subTitle" idx="1"/>
          </p:nvPr>
        </p:nvSpPr>
        <p:spPr>
          <a:xfrm>
            <a:off x="3774472" y="8946232"/>
            <a:ext cx="19938808" cy="3312368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3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774472" y="2178049"/>
            <a:ext cx="19938593" cy="1727621"/>
          </a:xfrm>
          <a:prstGeom prst="rect">
            <a:avLst/>
          </a:prstGeom>
        </p:spPr>
        <p:txBody>
          <a:bodyPr anchor="b" anchorCtr="0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Name Nachname</a:t>
            </a:r>
          </a:p>
        </p:txBody>
      </p:sp>
    </p:spTree>
    <p:extLst>
      <p:ext uri="{BB962C8B-B14F-4D97-AF65-F5344CB8AC3E}">
        <p14:creationId xmlns:p14="http://schemas.microsoft.com/office/powerpoint/2010/main" val="3873720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1941884" y="13266738"/>
            <a:ext cx="20115212" cy="377825"/>
          </a:xfrm>
          <a:prstGeom prst="rect">
            <a:avLst/>
          </a:prstGeom>
        </p:spPr>
        <p:txBody>
          <a:bodyPr/>
          <a:lstStyle>
            <a:lvl1pPr algn="l">
              <a:defRPr sz="1800" dirty="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" name="Inhaltsplatzhalter 2"/>
          <p:cNvSpPr>
            <a:spLocks noGrp="1"/>
          </p:cNvSpPr>
          <p:nvPr>
            <p:ph idx="12"/>
          </p:nvPr>
        </p:nvSpPr>
        <p:spPr>
          <a:xfrm>
            <a:off x="1894856" y="2970213"/>
            <a:ext cx="20356141" cy="9848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e-DE" altLang="de-DE" sz="44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654050" indent="-473075">
              <a:buClrTx/>
              <a:buSzPct val="100000"/>
              <a:buFont typeface="Arial" panose="020B0604020202020204" pitchFamily="34" charset="0"/>
              <a:buChar char="•"/>
              <a:defRPr lang="de-DE" sz="44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928688" indent="-482600">
              <a:buClrTx/>
              <a:buFont typeface="Arial" panose="020B0604020202020204" pitchFamily="34" charset="0"/>
              <a:buChar char="•"/>
              <a:defRPr sz="4400"/>
            </a:lvl3pPr>
            <a:lvl4pPr marL="1196975" indent="-482600">
              <a:buClrTx/>
              <a:buFont typeface="Arial" panose="020B0604020202020204" pitchFamily="34" charset="0"/>
              <a:buChar char="•"/>
              <a:defRPr sz="4400"/>
            </a:lvl4pPr>
            <a:lvl5pPr marL="1465263" indent="-476250">
              <a:buClrTx/>
              <a:buFont typeface="Arial" panose="020B0604020202020204" pitchFamily="34" charset="0"/>
              <a:buChar char="•"/>
              <a:defRPr sz="4400"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marL="571500" indent="-571500">
              <a:buClr>
                <a:schemeClr val="accent1"/>
              </a:buClr>
              <a:buSzPct val="70000"/>
              <a:buFont typeface="Arial Narrow" panose="020B0606020202030204" pitchFamily="34" charset="0"/>
              <a:buChar char="►"/>
              <a:defRPr/>
            </a:pPr>
            <a:endParaRPr lang="de-DE" altLang="de-DE"/>
          </a:p>
        </p:txBody>
      </p:sp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1894856" y="196850"/>
            <a:ext cx="18873787" cy="1439863"/>
          </a:xfrm>
          <a:prstGeom prst="rect">
            <a:avLst/>
          </a:prstGeo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9" name="Rectangle 3"/>
          <p:cNvSpPr>
            <a:spLocks noGrp="1"/>
          </p:cNvSpPr>
          <p:nvPr>
            <p:ph type="sldNum" sz="quarter" idx="10"/>
          </p:nvPr>
        </p:nvSpPr>
        <p:spPr>
          <a:xfrm>
            <a:off x="22176000" y="13319999"/>
            <a:ext cx="1836000" cy="2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9B608-30BF-4780-AD74-2A39D90104E2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90463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94856" y="196850"/>
            <a:ext cx="18873787" cy="1439863"/>
          </a:xfrm>
          <a:prstGeom prst="rect">
            <a:avLst/>
          </a:prstGeo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2176000" y="13319999"/>
            <a:ext cx="1836000" cy="2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9B608-30BF-4780-AD74-2A39D90104E2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9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1941884" y="13266738"/>
            <a:ext cx="20115212" cy="377825"/>
          </a:xfrm>
          <a:prstGeom prst="rect">
            <a:avLst/>
          </a:prstGeom>
        </p:spPr>
        <p:txBody>
          <a:bodyPr/>
          <a:lstStyle>
            <a:lvl1pPr algn="l">
              <a:defRPr sz="1800" dirty="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" name="Inhaltsplatzhalter 2"/>
          <p:cNvSpPr>
            <a:spLocks noGrp="1"/>
          </p:cNvSpPr>
          <p:nvPr>
            <p:ph idx="1"/>
          </p:nvPr>
        </p:nvSpPr>
        <p:spPr>
          <a:xfrm>
            <a:off x="1894856" y="2969568"/>
            <a:ext cx="7200800" cy="984949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  <a:lvl2pPr marL="654050" indent="-473075">
              <a:buClrTx/>
              <a:buSzPct val="100000"/>
              <a:buFont typeface="Arial" panose="020B0604020202020204" pitchFamily="34" charset="0"/>
              <a:buChar char="•"/>
              <a:defRPr sz="4400"/>
            </a:lvl2pPr>
            <a:lvl3pPr marL="928688" indent="-482600">
              <a:buClrTx/>
              <a:buFont typeface="Arial" panose="020B0604020202020204" pitchFamily="34" charset="0"/>
              <a:buChar char="•"/>
              <a:defRPr sz="4400"/>
            </a:lvl3pPr>
            <a:lvl4pPr marL="1196975" indent="-482600">
              <a:buClrTx/>
              <a:buFont typeface="Arial" panose="020B0604020202020204" pitchFamily="34" charset="0"/>
              <a:buChar char="•"/>
              <a:defRPr sz="4400"/>
            </a:lvl4pPr>
            <a:lvl5pPr marL="1465263" indent="-476250">
              <a:buClrTx/>
              <a:buFont typeface="Arial" panose="020B0604020202020204" pitchFamily="34" charset="0"/>
              <a:buChar char="•"/>
              <a:defRPr sz="4400"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Bildplatzhalter 7"/>
          <p:cNvSpPr>
            <a:spLocks noGrp="1"/>
          </p:cNvSpPr>
          <p:nvPr>
            <p:ph type="pic" sz="quarter" idx="12"/>
          </p:nvPr>
        </p:nvSpPr>
        <p:spPr>
          <a:xfrm>
            <a:off x="9743728" y="2970213"/>
            <a:ext cx="14041785" cy="98488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7137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94856" y="196850"/>
            <a:ext cx="18873787" cy="1439863"/>
          </a:xfrm>
          <a:prstGeom prst="rect">
            <a:avLst/>
          </a:prstGeo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894856" y="2969568"/>
            <a:ext cx="9937104" cy="984949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  <a:lvl2pPr marL="923925" indent="-742950">
              <a:buClrTx/>
              <a:buSzPct val="100000"/>
              <a:buFont typeface="Arial" panose="020B0604020202020204" pitchFamily="34" charset="0"/>
              <a:buChar char="•"/>
              <a:defRPr lang="de-DE" sz="44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1189038" indent="-742950">
              <a:buClrTx/>
              <a:buFont typeface="Arial" panose="020B0604020202020204" pitchFamily="34" charset="0"/>
              <a:buChar char="•"/>
              <a:defRPr lang="de-DE" sz="44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457325" indent="-742950">
              <a:buClrTx/>
              <a:buFont typeface="Arial" panose="020B0604020202020204" pitchFamily="34" charset="0"/>
              <a:buChar char="•"/>
              <a:defRPr lang="de-DE" sz="44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731963" indent="-742950">
              <a:buClrTx/>
              <a:buFont typeface="Arial" panose="020B0604020202020204" pitchFamily="34" charset="0"/>
              <a:buChar char="•"/>
              <a:defRPr lang="de-DE" sz="44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marL="654050" lvl="1" indent="-473075" algn="l" rtl="0" eaLnBrk="0" fontAlgn="base" hangingPunct="0">
              <a:spcBef>
                <a:spcPts val="3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de-DE"/>
              <a:t>Zweite Ebene</a:t>
            </a:r>
          </a:p>
          <a:p>
            <a:pPr marL="928688" lvl="2" indent="-482600" algn="l" rtl="0" eaLnBrk="0" fontAlgn="base" hangingPunct="0">
              <a:spcBef>
                <a:spcPts val="3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de-DE"/>
              <a:t>Dritte Ebene</a:t>
            </a:r>
          </a:p>
          <a:p>
            <a:pPr marL="1196975" lvl="3" indent="-482600" algn="l" rtl="0" eaLnBrk="0" fontAlgn="base" hangingPunct="0">
              <a:spcBef>
                <a:spcPts val="3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de-DE"/>
              <a:t>Vierte Ebene</a:t>
            </a:r>
          </a:p>
          <a:p>
            <a:pPr marL="1465263" lvl="4" indent="-476250" algn="l" rtl="0" eaLnBrk="0" fontAlgn="base" hangingPunct="0">
              <a:spcBef>
                <a:spcPts val="3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de-DE"/>
              <a:t>Fünfte Ebene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2176000" y="13319999"/>
            <a:ext cx="1836000" cy="2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BCFAEF-18FE-4467-835D-533D5CCB0C34}" type="slidenum">
              <a:rPr lang="de-DE" altLang="de-DE" smtClean="0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6" name="Inhaltsplatzhalter 2"/>
          <p:cNvSpPr>
            <a:spLocks noGrp="1"/>
          </p:cNvSpPr>
          <p:nvPr>
            <p:ph idx="12"/>
          </p:nvPr>
        </p:nvSpPr>
        <p:spPr>
          <a:xfrm>
            <a:off x="12408024" y="2969568"/>
            <a:ext cx="9937104" cy="984949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  <a:lvl2pPr marL="654050" indent="-473075">
              <a:buClrTx/>
              <a:buSzPct val="100000"/>
              <a:buFont typeface="Arial" panose="020B0604020202020204" pitchFamily="34" charset="0"/>
              <a:buChar char="•"/>
              <a:defRPr sz="4400"/>
            </a:lvl2pPr>
            <a:lvl3pPr marL="928688" indent="-482600">
              <a:buClrTx/>
              <a:buFont typeface="Arial" panose="020B0604020202020204" pitchFamily="34" charset="0"/>
              <a:buChar char="•"/>
              <a:defRPr sz="4400"/>
            </a:lvl3pPr>
            <a:lvl4pPr marL="1196975" indent="-482600">
              <a:buClrTx/>
              <a:buFont typeface="Arial" panose="020B0604020202020204" pitchFamily="34" charset="0"/>
              <a:buChar char="•"/>
              <a:defRPr sz="4400"/>
            </a:lvl4pPr>
            <a:lvl5pPr marL="1465263" indent="-476250">
              <a:buClrTx/>
              <a:buFont typeface="Arial" panose="020B0604020202020204" pitchFamily="34" charset="0"/>
              <a:buChar char="•"/>
              <a:defRPr sz="4400"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1941884" y="13266738"/>
            <a:ext cx="20115212" cy="377825"/>
          </a:xfrm>
          <a:prstGeom prst="rect">
            <a:avLst/>
          </a:prstGeom>
        </p:spPr>
        <p:txBody>
          <a:bodyPr/>
          <a:lstStyle>
            <a:lvl1pPr algn="l">
              <a:defRPr sz="1800" dirty="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5923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>
          <a:xfrm>
            <a:off x="3774472" y="3905671"/>
            <a:ext cx="19938808" cy="4896545"/>
          </a:xfrm>
          <a:prstGeom prst="rect">
            <a:avLst/>
          </a:prstGeom>
        </p:spPr>
        <p:txBody>
          <a:bodyPr anchor="t" anchorCtr="0"/>
          <a:lstStyle>
            <a:lvl1pPr algn="l">
              <a:defRPr sz="8800">
                <a:solidFill>
                  <a:schemeClr val="tx1"/>
                </a:solidFill>
              </a:defRPr>
            </a:lvl1pPr>
          </a:lstStyle>
          <a:p>
            <a:r>
              <a:rPr lang="de-DE"/>
              <a:t>Titel/Vorlesung</a:t>
            </a:r>
          </a:p>
        </p:txBody>
      </p:sp>
      <p:sp>
        <p:nvSpPr>
          <p:cNvPr id="8" name="Untertitel 2"/>
          <p:cNvSpPr>
            <a:spLocks noGrp="1"/>
          </p:cNvSpPr>
          <p:nvPr>
            <p:ph type="subTitle" idx="1"/>
          </p:nvPr>
        </p:nvSpPr>
        <p:spPr>
          <a:xfrm>
            <a:off x="3774472" y="8946232"/>
            <a:ext cx="19938808" cy="3312368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3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774472" y="2178049"/>
            <a:ext cx="19938593" cy="1727621"/>
          </a:xfrm>
          <a:prstGeom prst="rect">
            <a:avLst/>
          </a:prstGeom>
        </p:spPr>
        <p:txBody>
          <a:bodyPr anchor="b" anchorCtr="0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Name Nachname</a:t>
            </a:r>
          </a:p>
        </p:txBody>
      </p:sp>
    </p:spTree>
    <p:extLst>
      <p:ext uri="{BB962C8B-B14F-4D97-AF65-F5344CB8AC3E}">
        <p14:creationId xmlns:p14="http://schemas.microsoft.com/office/powerpoint/2010/main" val="3189370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2176000" y="13320000"/>
            <a:ext cx="1836000" cy="216000"/>
          </a:xfrm>
          <a:prstGeom prst="rect">
            <a:avLst/>
          </a:prstGeom>
        </p:spPr>
        <p:txBody>
          <a:bodyPr/>
          <a:lstStyle>
            <a:lvl1pPr algn="r">
              <a:defRPr sz="1800">
                <a:latin typeface="+mn-lt"/>
              </a:defRPr>
            </a:lvl1pPr>
          </a:lstStyle>
          <a:p>
            <a:pPr>
              <a:defRPr/>
            </a:pPr>
            <a:fld id="{67001AD2-8E33-460C-B366-F9F101126BF9}" type="slidenum">
              <a:rPr lang="de-DE" altLang="de-DE" smtClean="0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1941884" y="13266738"/>
            <a:ext cx="20115212" cy="377825"/>
          </a:xfrm>
          <a:prstGeom prst="rect">
            <a:avLst/>
          </a:prstGeom>
        </p:spPr>
        <p:txBody>
          <a:bodyPr/>
          <a:lstStyle>
            <a:lvl1pPr algn="l">
              <a:defRPr sz="1800" dirty="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" name="Inhaltsplatzhalter 2"/>
          <p:cNvSpPr>
            <a:spLocks noGrp="1"/>
          </p:cNvSpPr>
          <p:nvPr>
            <p:ph idx="12"/>
          </p:nvPr>
        </p:nvSpPr>
        <p:spPr>
          <a:xfrm>
            <a:off x="1894856" y="2970213"/>
            <a:ext cx="20356141" cy="9848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e-DE" altLang="de-DE" sz="44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654050" indent="-473075">
              <a:buClrTx/>
              <a:buSzPct val="100000"/>
              <a:buFont typeface="Arial" panose="020B0604020202020204" pitchFamily="34" charset="0"/>
              <a:buChar char="•"/>
              <a:defRPr lang="de-DE" sz="44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928688" indent="-482600">
              <a:buClrTx/>
              <a:buFont typeface="Arial" panose="020B0604020202020204" pitchFamily="34" charset="0"/>
              <a:buChar char="•"/>
              <a:defRPr sz="4400"/>
            </a:lvl3pPr>
            <a:lvl4pPr marL="1196975" indent="-482600">
              <a:buClrTx/>
              <a:buFont typeface="Arial" panose="020B0604020202020204" pitchFamily="34" charset="0"/>
              <a:buChar char="•"/>
              <a:defRPr sz="4400"/>
            </a:lvl4pPr>
            <a:lvl5pPr marL="1465263" indent="-476250">
              <a:buClrTx/>
              <a:buFont typeface="Arial" panose="020B0604020202020204" pitchFamily="34" charset="0"/>
              <a:buChar char="•"/>
              <a:defRPr sz="4400"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marL="571500" indent="-571500">
              <a:buClr>
                <a:schemeClr val="accent1"/>
              </a:buClr>
              <a:buSzPct val="70000"/>
              <a:buFont typeface="Arial Narrow" panose="020B0606020202030204" pitchFamily="34" charset="0"/>
              <a:buChar char="►"/>
              <a:defRPr/>
            </a:pPr>
            <a:endParaRPr lang="de-DE" altLang="de-DE"/>
          </a:p>
        </p:txBody>
      </p:sp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1894856" y="196850"/>
            <a:ext cx="18873787" cy="1439863"/>
          </a:xfrm>
          <a:prstGeom prst="rect">
            <a:avLst/>
          </a:prstGeo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00764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94856" y="196850"/>
            <a:ext cx="18873787" cy="1439863"/>
          </a:xfrm>
          <a:prstGeom prst="rect">
            <a:avLst/>
          </a:prstGeo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2176000" y="13320000"/>
            <a:ext cx="1836000" cy="2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9B608-30BF-4780-AD74-2A39D90104E2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2"/>
          </p:nvPr>
        </p:nvSpPr>
        <p:spPr>
          <a:xfrm>
            <a:off x="9743728" y="2970213"/>
            <a:ext cx="14041785" cy="98488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9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1941884" y="13266738"/>
            <a:ext cx="20115212" cy="377825"/>
          </a:xfrm>
          <a:prstGeom prst="rect">
            <a:avLst/>
          </a:prstGeom>
        </p:spPr>
        <p:txBody>
          <a:bodyPr/>
          <a:lstStyle>
            <a:lvl1pPr algn="l">
              <a:defRPr sz="1800" dirty="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" name="Inhaltsplatzhalter 2"/>
          <p:cNvSpPr>
            <a:spLocks noGrp="1"/>
          </p:cNvSpPr>
          <p:nvPr>
            <p:ph idx="1"/>
          </p:nvPr>
        </p:nvSpPr>
        <p:spPr>
          <a:xfrm>
            <a:off x="1894856" y="2969568"/>
            <a:ext cx="7200800" cy="984949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  <a:lvl2pPr marL="654050" indent="-473075">
              <a:buClrTx/>
              <a:buSzPct val="100000"/>
              <a:buFont typeface="Arial" panose="020B0604020202020204" pitchFamily="34" charset="0"/>
              <a:buChar char="•"/>
              <a:defRPr sz="4400"/>
            </a:lvl2pPr>
            <a:lvl3pPr marL="928688" indent="-482600">
              <a:buClrTx/>
              <a:buFont typeface="Arial" panose="020B0604020202020204" pitchFamily="34" charset="0"/>
              <a:buChar char="•"/>
              <a:defRPr sz="4400"/>
            </a:lvl3pPr>
            <a:lvl4pPr marL="1196975" indent="-482600">
              <a:buClrTx/>
              <a:buFont typeface="Arial" panose="020B0604020202020204" pitchFamily="34" charset="0"/>
              <a:buChar char="•"/>
              <a:defRPr sz="4400"/>
            </a:lvl4pPr>
            <a:lvl5pPr marL="1465263" indent="-476250">
              <a:buClrTx/>
              <a:buFont typeface="Arial" panose="020B0604020202020204" pitchFamily="34" charset="0"/>
              <a:buChar char="•"/>
              <a:defRPr sz="4400"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53403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94856" y="196850"/>
            <a:ext cx="18873787" cy="1439863"/>
          </a:xfrm>
          <a:prstGeom prst="rect">
            <a:avLst/>
          </a:prstGeo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894856" y="2969568"/>
            <a:ext cx="9937104" cy="984949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  <a:lvl2pPr marL="923925" indent="-742950">
              <a:buClrTx/>
              <a:buSzPct val="100000"/>
              <a:buFont typeface="Arial" panose="020B0604020202020204" pitchFamily="34" charset="0"/>
              <a:buChar char="•"/>
              <a:defRPr lang="de-DE" sz="44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1189038" indent="-742950">
              <a:buClrTx/>
              <a:buFont typeface="Arial" panose="020B0604020202020204" pitchFamily="34" charset="0"/>
              <a:buChar char="•"/>
              <a:defRPr lang="de-DE" sz="44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457325" indent="-742950">
              <a:buClrTx/>
              <a:buFont typeface="Arial" panose="020B0604020202020204" pitchFamily="34" charset="0"/>
              <a:buChar char="•"/>
              <a:defRPr lang="de-DE" sz="44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731963" indent="-742950">
              <a:buClrTx/>
              <a:buFont typeface="Arial" panose="020B0604020202020204" pitchFamily="34" charset="0"/>
              <a:buChar char="•"/>
              <a:defRPr lang="de-DE" sz="44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marL="654050" lvl="1" indent="-473075" algn="l" rtl="0" eaLnBrk="0" fontAlgn="base" hangingPunct="0">
              <a:spcBef>
                <a:spcPts val="3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de-DE"/>
              <a:t>Zweite Ebene</a:t>
            </a:r>
          </a:p>
          <a:p>
            <a:pPr marL="928688" lvl="2" indent="-482600" algn="l" rtl="0" eaLnBrk="0" fontAlgn="base" hangingPunct="0">
              <a:spcBef>
                <a:spcPts val="3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de-DE"/>
              <a:t>Dritte Ebene</a:t>
            </a:r>
          </a:p>
          <a:p>
            <a:pPr marL="1196975" lvl="3" indent="-482600" algn="l" rtl="0" eaLnBrk="0" fontAlgn="base" hangingPunct="0">
              <a:spcBef>
                <a:spcPts val="3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de-DE"/>
              <a:t>Vierte Ebene</a:t>
            </a:r>
          </a:p>
          <a:p>
            <a:pPr marL="1465263" lvl="4" indent="-476250" algn="l" rtl="0" eaLnBrk="0" fontAlgn="base" hangingPunct="0">
              <a:spcBef>
                <a:spcPts val="3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de-DE"/>
              <a:t>Fünfte Ebene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2176000" y="13320000"/>
            <a:ext cx="1836000" cy="2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BCFAEF-18FE-4467-835D-533D5CCB0C34}" type="slidenum">
              <a:rPr lang="de-DE" altLang="de-DE" smtClean="0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6" name="Inhaltsplatzhalter 2"/>
          <p:cNvSpPr>
            <a:spLocks noGrp="1"/>
          </p:cNvSpPr>
          <p:nvPr>
            <p:ph idx="12"/>
          </p:nvPr>
        </p:nvSpPr>
        <p:spPr>
          <a:xfrm>
            <a:off x="12408024" y="2969568"/>
            <a:ext cx="9937104" cy="984949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  <a:lvl2pPr marL="654050" indent="-473075">
              <a:buClrTx/>
              <a:buSzPct val="100000"/>
              <a:buFont typeface="Arial" panose="020B0604020202020204" pitchFamily="34" charset="0"/>
              <a:buChar char="•"/>
              <a:defRPr sz="4400"/>
            </a:lvl2pPr>
            <a:lvl3pPr marL="928688" indent="-482600">
              <a:buClrTx/>
              <a:buFont typeface="Arial" panose="020B0604020202020204" pitchFamily="34" charset="0"/>
              <a:buChar char="•"/>
              <a:defRPr sz="4400"/>
            </a:lvl3pPr>
            <a:lvl4pPr marL="1196975" indent="-482600">
              <a:buClrTx/>
              <a:buFont typeface="Arial" panose="020B0604020202020204" pitchFamily="34" charset="0"/>
              <a:buChar char="•"/>
              <a:defRPr sz="4400"/>
            </a:lvl4pPr>
            <a:lvl5pPr marL="1465263" indent="-476250">
              <a:buClrTx/>
              <a:buFont typeface="Arial" panose="020B0604020202020204" pitchFamily="34" charset="0"/>
              <a:buChar char="•"/>
              <a:defRPr sz="4400"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1941884" y="13266738"/>
            <a:ext cx="20115212" cy="377825"/>
          </a:xfrm>
          <a:prstGeom prst="rect">
            <a:avLst/>
          </a:prstGeom>
        </p:spPr>
        <p:txBody>
          <a:bodyPr/>
          <a:lstStyle>
            <a:lvl1pPr algn="l">
              <a:defRPr sz="1800" dirty="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689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/>
          </p:cNvSpPr>
          <p:nvPr userDrawn="1"/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defPPr>
              <a:defRPr lang="de-DE"/>
            </a:defPPr>
            <a:lvl1pPr algn="r" rtl="0" eaLnBrk="1" fontAlgn="base" hangingPunct="0">
              <a:spcBef>
                <a:spcPct val="0"/>
              </a:spcBef>
              <a:spcAft>
                <a:spcPct val="0"/>
              </a:spcAft>
              <a:defRPr sz="1000" kern="1200" smtClean="0">
                <a:solidFill>
                  <a:srgbClr val="004F8F"/>
                </a:solidFill>
                <a:latin typeface="+mj-lt"/>
                <a:ea typeface="Georgia" panose="02040502050405020303" pitchFamily="18" charset="0"/>
                <a:cs typeface="+mn-cs"/>
                <a:sym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9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1"/>
          <p:cNvSpPr>
            <a:spLocks/>
          </p:cNvSpPr>
          <p:nvPr userDrawn="1"/>
        </p:nvSpPr>
        <p:spPr bwMode="auto">
          <a:xfrm>
            <a:off x="152400" y="13338175"/>
            <a:ext cx="107721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1pPr>
            <a:lvl2pPr defTabSz="457200"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2pPr>
            <a:lvl3pPr defTabSz="457200"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3pPr>
            <a:lvl4pPr defTabSz="457200"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4pPr>
            <a:lvl5pPr defTabSz="457200"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5pPr>
            <a:lvl6pPr marL="457200" indent="1828800" defTabSz="45720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6pPr>
            <a:lvl7pPr marL="914400" indent="1828800" defTabSz="45720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7pPr>
            <a:lvl8pPr marL="1371600" indent="1828800" defTabSz="45720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8pPr>
            <a:lvl9pPr marL="1828800" indent="1828800" defTabSz="45720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9pPr>
          </a:lstStyle>
          <a:p>
            <a:pPr eaLnBrk="1">
              <a:defRPr/>
            </a:pPr>
            <a:fld id="{B1653117-B3F9-4AC9-9C1A-504184EEB33D}" type="datetime4">
              <a:rPr lang="de-DE" altLang="de-DE" sz="1800" smtClean="0">
                <a:solidFill>
                  <a:srgbClr val="00618F"/>
                </a:solidFill>
                <a:latin typeface="+mj-lt"/>
              </a:rPr>
              <a:pPr eaLnBrk="1">
                <a:defRPr/>
              </a:pPr>
              <a:t>13. Mai 2026</a:t>
            </a:fld>
            <a:endParaRPr lang="de-DE" altLang="de-DE" sz="1800">
              <a:solidFill>
                <a:srgbClr val="00618F"/>
              </a:solidFill>
              <a:latin typeface="+mj-lt"/>
            </a:endParaRPr>
          </a:p>
        </p:txBody>
      </p:sp>
      <p:sp>
        <p:nvSpPr>
          <p:cNvPr id="9" name="Rectangle 3"/>
          <p:cNvSpPr>
            <a:spLocks noGrp="1"/>
          </p:cNvSpPr>
          <p:nvPr>
            <p:ph type="sldNum" sz="quarter" idx="4"/>
          </p:nvPr>
        </p:nvSpPr>
        <p:spPr>
          <a:xfrm>
            <a:off x="22176000" y="13320000"/>
            <a:ext cx="1836000" cy="216000"/>
          </a:xfrm>
          <a:prstGeom prst="rect">
            <a:avLst/>
          </a:prstGeom>
        </p:spPr>
        <p:txBody>
          <a:bodyPr/>
          <a:lstStyle>
            <a:lvl1pPr algn="r"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67001AD2-8E33-460C-B366-F9F101126BF9}" type="slidenum">
              <a:rPr lang="de-DE" altLang="de-DE" smtClean="0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10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941884" y="13266738"/>
            <a:ext cx="20115212" cy="377825"/>
          </a:xfrm>
          <a:prstGeom prst="rect">
            <a:avLst/>
          </a:prstGeom>
        </p:spPr>
        <p:txBody>
          <a:bodyPr/>
          <a:lstStyle>
            <a:lvl1pPr algn="l">
              <a:defRPr sz="1800" dirty="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906" r:id="rId3"/>
    <p:sldLayoutId id="2147483905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004F8F"/>
          </a:solidFill>
          <a:latin typeface="+mj-lt"/>
          <a:ea typeface="+mj-ea"/>
          <a:cs typeface="+mj-cs"/>
          <a:sym typeface="Arial Narrow" panose="020B0606020202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5pPr>
      <a:lvl6pPr marL="457200" algn="l" rtl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6pPr>
      <a:lvl7pPr marL="914400" algn="l" rtl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7pPr>
      <a:lvl8pPr marL="1371600" algn="l" rtl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8pPr>
      <a:lvl9pPr marL="1828800" algn="l" rtl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ts val="300"/>
        </a:spcBef>
        <a:spcAft>
          <a:spcPct val="0"/>
        </a:spcAft>
        <a:defRPr sz="4400" kern="1200">
          <a:solidFill>
            <a:srgbClr val="000000"/>
          </a:solidFill>
          <a:latin typeface="Arial Narrow" panose="020B0606020202030204" pitchFamily="34" charset="0"/>
          <a:ea typeface="+mn-ea"/>
          <a:cs typeface="+mn-cs"/>
          <a:sym typeface="Arial" panose="020B0604020202020204" pitchFamily="34" charset="0"/>
        </a:defRPr>
      </a:lvl1pPr>
      <a:lvl2pPr marL="654050" indent="-473075" algn="l" rtl="0" eaLnBrk="0" fontAlgn="base" hangingPunct="0">
        <a:spcBef>
          <a:spcPts val="300"/>
        </a:spcBef>
        <a:spcAft>
          <a:spcPct val="0"/>
        </a:spcAft>
        <a:buSzPct val="100000"/>
        <a:buChar char="•"/>
        <a:defRPr sz="4400" kern="1200">
          <a:solidFill>
            <a:srgbClr val="000000"/>
          </a:solidFill>
          <a:latin typeface="Arial Narrow" panose="020B0606020202030204" pitchFamily="34" charset="0"/>
          <a:ea typeface="+mn-ea"/>
          <a:cs typeface="+mn-cs"/>
          <a:sym typeface="Arial" panose="020B0604020202020204" pitchFamily="34" charset="0"/>
        </a:defRPr>
      </a:lvl2pPr>
      <a:lvl3pPr marL="928688" indent="-482600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4400" kern="1200">
          <a:solidFill>
            <a:srgbClr val="000000"/>
          </a:solidFill>
          <a:latin typeface="Arial Narrow" panose="020B0606020202030204" pitchFamily="34" charset="0"/>
          <a:ea typeface="+mn-ea"/>
          <a:cs typeface="+mn-cs"/>
          <a:sym typeface="Arial" panose="020B0604020202020204" pitchFamily="34" charset="0"/>
        </a:defRPr>
      </a:lvl3pPr>
      <a:lvl4pPr marL="1196975" indent="-482600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4400" kern="1200">
          <a:solidFill>
            <a:srgbClr val="000000"/>
          </a:solidFill>
          <a:latin typeface="Arial Narrow" panose="020B0606020202030204" pitchFamily="34" charset="0"/>
          <a:ea typeface="+mn-ea"/>
          <a:cs typeface="+mn-cs"/>
          <a:sym typeface="Arial" panose="020B0604020202020204" pitchFamily="34" charset="0"/>
        </a:defRPr>
      </a:lvl4pPr>
      <a:lvl5pPr marL="1465263" indent="-476250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4400" kern="1200">
          <a:solidFill>
            <a:srgbClr val="000000"/>
          </a:solidFill>
          <a:latin typeface="Arial Narrow" panose="020B0606020202030204" pitchFamily="34" charset="0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/>
          </p:cNvSpPr>
          <p:nvPr userDrawn="1"/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defPPr>
              <a:defRPr lang="de-DE"/>
            </a:defPPr>
            <a:lvl1pPr algn="r" rtl="0" eaLnBrk="1" fontAlgn="base" hangingPunct="0">
              <a:spcBef>
                <a:spcPct val="0"/>
              </a:spcBef>
              <a:spcAft>
                <a:spcPct val="0"/>
              </a:spcAft>
              <a:defRPr sz="1000" kern="1200" smtClean="0">
                <a:solidFill>
                  <a:srgbClr val="004F8F"/>
                </a:solidFill>
                <a:latin typeface="+mj-lt"/>
                <a:ea typeface="Georgia" panose="02040502050405020303" pitchFamily="18" charset="0"/>
                <a:cs typeface="+mn-cs"/>
                <a:sym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9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1"/>
          <p:cNvSpPr>
            <a:spLocks/>
          </p:cNvSpPr>
          <p:nvPr userDrawn="1"/>
        </p:nvSpPr>
        <p:spPr bwMode="auto">
          <a:xfrm>
            <a:off x="152400" y="13338175"/>
            <a:ext cx="107721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1pPr>
            <a:lvl2pPr defTabSz="457200"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2pPr>
            <a:lvl3pPr defTabSz="457200"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3pPr>
            <a:lvl4pPr defTabSz="457200"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4pPr>
            <a:lvl5pPr defTabSz="457200"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5pPr>
            <a:lvl6pPr marL="457200" indent="1828800" defTabSz="45720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6pPr>
            <a:lvl7pPr marL="914400" indent="1828800" defTabSz="45720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7pPr>
            <a:lvl8pPr marL="1371600" indent="1828800" defTabSz="45720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8pPr>
            <a:lvl9pPr marL="1828800" indent="1828800" defTabSz="45720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9pPr>
          </a:lstStyle>
          <a:p>
            <a:pPr eaLnBrk="1">
              <a:defRPr/>
            </a:pPr>
            <a:fld id="{B1653117-B3F9-4AC9-9C1A-504184EEB33D}" type="datetime4">
              <a:rPr lang="de-DE" altLang="de-DE" sz="1800" smtClean="0">
                <a:solidFill>
                  <a:srgbClr val="00618F"/>
                </a:solidFill>
                <a:latin typeface="+mj-lt"/>
              </a:rPr>
              <a:pPr eaLnBrk="1">
                <a:defRPr/>
              </a:pPr>
              <a:t>13. Mai 2026</a:t>
            </a:fld>
            <a:endParaRPr lang="de-DE" altLang="de-DE" sz="1800">
              <a:solidFill>
                <a:srgbClr val="00618F"/>
              </a:solidFill>
              <a:latin typeface="+mj-lt"/>
            </a:endParaRPr>
          </a:p>
        </p:txBody>
      </p:sp>
      <p:sp>
        <p:nvSpPr>
          <p:cNvPr id="9" name="Rectangle 3"/>
          <p:cNvSpPr>
            <a:spLocks noGrp="1"/>
          </p:cNvSpPr>
          <p:nvPr>
            <p:ph type="sldNum" sz="quarter" idx="4"/>
          </p:nvPr>
        </p:nvSpPr>
        <p:spPr>
          <a:xfrm>
            <a:off x="22176000" y="13319999"/>
            <a:ext cx="1836000" cy="214852"/>
          </a:xfrm>
          <a:prstGeom prst="rect">
            <a:avLst/>
          </a:prstGeom>
        </p:spPr>
        <p:txBody>
          <a:bodyPr/>
          <a:lstStyle>
            <a:lvl1pPr algn="r"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67001AD2-8E33-460C-B366-F9F101126BF9}" type="slidenum">
              <a:rPr lang="de-DE" altLang="de-DE" smtClean="0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10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941884" y="13266738"/>
            <a:ext cx="20115212" cy="377825"/>
          </a:xfrm>
          <a:prstGeom prst="rect">
            <a:avLst/>
          </a:prstGeom>
        </p:spPr>
        <p:txBody>
          <a:bodyPr/>
          <a:lstStyle>
            <a:lvl1pPr algn="l">
              <a:defRPr sz="1800" dirty="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56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5" r:id="rId3"/>
    <p:sldLayoutId id="2147483914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004F8F"/>
          </a:solidFill>
          <a:latin typeface="+mj-lt"/>
          <a:ea typeface="+mj-ea"/>
          <a:cs typeface="+mj-cs"/>
          <a:sym typeface="Arial Narrow" panose="020B0606020202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5pPr>
      <a:lvl6pPr marL="457200" algn="l" rtl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6pPr>
      <a:lvl7pPr marL="914400" algn="l" rtl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7pPr>
      <a:lvl8pPr marL="1371600" algn="l" rtl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8pPr>
      <a:lvl9pPr marL="1828800" algn="l" rtl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ts val="300"/>
        </a:spcBef>
        <a:spcAft>
          <a:spcPct val="0"/>
        </a:spcAft>
        <a:defRPr sz="4400" kern="1200">
          <a:solidFill>
            <a:srgbClr val="000000"/>
          </a:solidFill>
          <a:latin typeface="Arial Narrow" panose="020B0606020202030204" pitchFamily="34" charset="0"/>
          <a:ea typeface="+mn-ea"/>
          <a:cs typeface="+mn-cs"/>
          <a:sym typeface="Arial" panose="020B0604020202020204" pitchFamily="34" charset="0"/>
        </a:defRPr>
      </a:lvl1pPr>
      <a:lvl2pPr marL="654050" indent="-473075" algn="l" rtl="0" eaLnBrk="0" fontAlgn="base" hangingPunct="0">
        <a:spcBef>
          <a:spcPts val="300"/>
        </a:spcBef>
        <a:spcAft>
          <a:spcPct val="0"/>
        </a:spcAft>
        <a:buSzPct val="100000"/>
        <a:buChar char="•"/>
        <a:defRPr sz="4400" kern="1200">
          <a:solidFill>
            <a:srgbClr val="000000"/>
          </a:solidFill>
          <a:latin typeface="Arial Narrow" panose="020B0606020202030204" pitchFamily="34" charset="0"/>
          <a:ea typeface="+mn-ea"/>
          <a:cs typeface="+mn-cs"/>
          <a:sym typeface="Arial" panose="020B0604020202020204" pitchFamily="34" charset="0"/>
        </a:defRPr>
      </a:lvl2pPr>
      <a:lvl3pPr marL="928688" indent="-482600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4400" kern="1200">
          <a:solidFill>
            <a:srgbClr val="000000"/>
          </a:solidFill>
          <a:latin typeface="Arial Narrow" panose="020B0606020202030204" pitchFamily="34" charset="0"/>
          <a:ea typeface="+mn-ea"/>
          <a:cs typeface="+mn-cs"/>
          <a:sym typeface="Arial" panose="020B0604020202020204" pitchFamily="34" charset="0"/>
        </a:defRPr>
      </a:lvl3pPr>
      <a:lvl4pPr marL="1196975" indent="-482600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4400" kern="1200">
          <a:solidFill>
            <a:srgbClr val="000000"/>
          </a:solidFill>
          <a:latin typeface="Arial Narrow" panose="020B0606020202030204" pitchFamily="34" charset="0"/>
          <a:ea typeface="+mn-ea"/>
          <a:cs typeface="+mn-cs"/>
          <a:sym typeface="Arial" panose="020B0604020202020204" pitchFamily="34" charset="0"/>
        </a:defRPr>
      </a:lvl4pPr>
      <a:lvl5pPr marL="1465263" indent="-476250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4400" kern="1200">
          <a:solidFill>
            <a:srgbClr val="000000"/>
          </a:solidFill>
          <a:latin typeface="Arial Narrow" panose="020B0606020202030204" pitchFamily="34" charset="0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774257" y="4229965"/>
            <a:ext cx="19938808" cy="1474403"/>
          </a:xfrm>
        </p:spPr>
        <p:txBody>
          <a:bodyPr lIns="91440" tIns="45720" rIns="91440" bIns="45720" anchor="t" anchorCtr="0"/>
          <a:lstStyle/>
          <a:p>
            <a:r>
              <a:rPr lang="de-DE" dirty="0"/>
              <a:t>Bachelorarbeit – Kick-Off</a:t>
            </a:r>
            <a:br>
              <a:rPr lang="de-DE" dirty="0"/>
            </a:br>
            <a:endParaRPr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r>
              <a:rPr lang="en-US" sz="900" dirty="0">
                <a:solidFill>
                  <a:srgbClr val="F8F8F2"/>
                </a:solidFill>
                <a:latin typeface="Menlo"/>
              </a:rPr>
              <a:t>Chia-Hao Chang</a:t>
            </a:r>
            <a:endParaRPr lang="de-DE" dirty="0"/>
          </a:p>
          <a:p>
            <a:r>
              <a:rPr lang="de-DE" dirty="0"/>
              <a:t>Goethe Universität Frankfurt am Main</a:t>
            </a:r>
          </a:p>
          <a:p>
            <a:r>
              <a:rPr lang="de-DE" dirty="0"/>
              <a:t>Fachbereich 12 Informatik und Mathematik</a:t>
            </a:r>
          </a:p>
          <a:p>
            <a:r>
              <a:rPr lang="de-DE" dirty="0"/>
              <a:t>B.Sc. Informatik</a:t>
            </a:r>
            <a:r>
              <a:rPr lang="en-US" sz="900" dirty="0">
                <a:solidFill>
                  <a:srgbClr val="F8F8F2"/>
                </a:solidFill>
                <a:latin typeface="Menlo"/>
              </a:rPr>
              <a:t>Chia-Hao Chang</a:t>
            </a:r>
            <a:endParaRPr lang="en-US" dirty="0"/>
          </a:p>
        </p:txBody>
      </p:sp>
      <p:sp>
        <p:nvSpPr>
          <p:cNvPr id="3" name="Textplatzhalter 3">
            <a:extLst>
              <a:ext uri="{FF2B5EF4-FFF2-40B4-BE49-F238E27FC236}">
                <a16:creationId xmlns:a16="http://schemas.microsoft.com/office/drawing/2014/main" id="{60D6C289-78B6-707D-4363-242EAD224F88}"/>
              </a:ext>
            </a:extLst>
          </p:cNvPr>
          <p:cNvSpPr txBox="1">
            <a:spLocks/>
          </p:cNvSpPr>
          <p:nvPr/>
        </p:nvSpPr>
        <p:spPr>
          <a:xfrm>
            <a:off x="3774472" y="9165265"/>
            <a:ext cx="19938593" cy="2821151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marL="342900" indent="-342900" algn="l" rtl="0" eaLnBrk="0" fontAlgn="base" hangingPunct="0">
              <a:spcBef>
                <a:spcPts val="30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654050" indent="-473075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•"/>
              <a:defRPr sz="4400" kern="120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928688" indent="-482600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4400" kern="120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196975" indent="-482600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4400" kern="120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465263" indent="-476250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4400" kern="120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Betreuer: Dustin Eisenhardt </a:t>
            </a:r>
            <a:r>
              <a:rPr lang="de-DE" dirty="0" err="1"/>
              <a:t>by</a:t>
            </a:r>
            <a:r>
              <a:rPr lang="de-DE" dirty="0"/>
              <a:t> MLO</a:t>
            </a:r>
          </a:p>
          <a:p>
            <a:r>
              <a:rPr lang="de-DE" dirty="0"/>
              <a:t>Professor: Dr. Florian Büttner</a:t>
            </a:r>
          </a:p>
          <a:p>
            <a:r>
              <a:rPr lang="de-DE" dirty="0"/>
              <a:t>Name: Chia-Hao Chang</a:t>
            </a:r>
          </a:p>
          <a:p>
            <a:r>
              <a:rPr lang="de-DE" dirty="0"/>
              <a:t>Matrikelnummer: 7119583</a:t>
            </a:r>
          </a:p>
          <a:p>
            <a:r>
              <a:rPr lang="de-DE" dirty="0"/>
              <a:t>Mailadresse: s4065070@stud.uni-frankfurt.de</a:t>
            </a:r>
            <a:endParaRPr lang="en-US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9082654D-7295-098D-C163-09F55C9757A0}"/>
              </a:ext>
            </a:extLst>
          </p:cNvPr>
          <p:cNvSpPr txBox="1">
            <a:spLocks/>
          </p:cNvSpPr>
          <p:nvPr/>
        </p:nvSpPr>
        <p:spPr>
          <a:xfrm>
            <a:off x="3774257" y="5651205"/>
            <a:ext cx="19938808" cy="1474403"/>
          </a:xfrm>
          <a:prstGeom prst="rect">
            <a:avLst/>
          </a:prstGeom>
        </p:spPr>
        <p:txBody>
          <a:bodyPr lIns="91440" tIns="45720" rIns="91440" bIns="45720" anchor="t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88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4800" dirty="0"/>
              <a:t>Analyse der Performance-Verteilung von Query-Methoden </a:t>
            </a:r>
          </a:p>
          <a:p>
            <a:r>
              <a:rPr lang="de-DE" sz="4800" dirty="0"/>
              <a:t>im Vergleich zu Random Sampling im </a:t>
            </a:r>
            <a:r>
              <a:rPr lang="de-DE" sz="4800" dirty="0" err="1"/>
              <a:t>Active</a:t>
            </a:r>
            <a:r>
              <a:rPr lang="de-DE" sz="4800" dirty="0"/>
              <a:t> Learning</a:t>
            </a:r>
            <a:br>
              <a:rPr lang="de-DE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1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E00A8-89F7-E7A1-6F89-91E74084D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AB0A3B-9826-21E6-C45B-E48B1040BD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472" y="3905670"/>
            <a:ext cx="19938808" cy="4896545"/>
          </a:xfrm>
        </p:spPr>
        <p:txBody>
          <a:bodyPr lIns="91440" tIns="45720" rIns="91440" bIns="45720" anchor="t" anchorCtr="0"/>
          <a:lstStyle/>
          <a:p>
            <a:br>
              <a:rPr lang="en-US"/>
            </a:b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61F12A1-B9F7-2416-9E8E-48B06F8BE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2B28261-2325-6E85-3737-E032F39B6191}"/>
              </a:ext>
            </a:extLst>
          </p:cNvPr>
          <p:cNvSpPr txBox="1"/>
          <p:nvPr/>
        </p:nvSpPr>
        <p:spPr>
          <a:xfrm>
            <a:off x="1877639" y="3487846"/>
            <a:ext cx="21835426" cy="67403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72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1. Einleitung</a:t>
            </a:r>
          </a:p>
          <a:p>
            <a:r>
              <a:rPr lang="de-DE" sz="72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2. Motivation</a:t>
            </a:r>
          </a:p>
          <a:p>
            <a:r>
              <a:rPr lang="de-DE" sz="72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3. Experiment</a:t>
            </a:r>
          </a:p>
          <a:p>
            <a:r>
              <a:rPr lang="de-DE" sz="72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4. Zeitplan</a:t>
            </a:r>
          </a:p>
          <a:p>
            <a:r>
              <a:rPr lang="de-DE" sz="72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5. Aktueller Zustand </a:t>
            </a:r>
          </a:p>
          <a:p>
            <a:r>
              <a:rPr lang="de-DE" sz="72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6. Q&amp;A</a:t>
            </a:r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D6A1CC37-1259-12FA-D165-3F281655C955}"/>
              </a:ext>
            </a:extLst>
          </p:cNvPr>
          <p:cNvSpPr>
            <a:spLocks noGrp="1"/>
          </p:cNvSpPr>
          <p:nvPr/>
        </p:nvSpPr>
        <p:spPr>
          <a:xfrm>
            <a:off x="1877639" y="1071309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Agenda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11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B70AA-7D16-8038-411E-99AEBE0A8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D6BE154-A6F2-F653-9E71-CBBA0114297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793A70A-71F3-A47C-822E-F2CF162B8637}"/>
              </a:ext>
            </a:extLst>
          </p:cNvPr>
          <p:cNvSpPr txBox="1"/>
          <p:nvPr/>
        </p:nvSpPr>
        <p:spPr>
          <a:xfrm>
            <a:off x="1576317" y="3905670"/>
            <a:ext cx="21835426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72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1.1. </a:t>
            </a:r>
            <a:r>
              <a:rPr lang="de-DE" sz="72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Active</a:t>
            </a:r>
            <a:r>
              <a:rPr lang="de-DE" sz="72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Learning</a:t>
            </a:r>
          </a:p>
          <a:p>
            <a:r>
              <a:rPr lang="de-DE" sz="72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1.2. Ziel vom AL</a:t>
            </a:r>
          </a:p>
          <a:p>
            <a:r>
              <a:rPr lang="de-DE" sz="72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1.3. Query Methoden</a:t>
            </a:r>
          </a:p>
          <a:p>
            <a:pPr marL="1771650" lvl="2" indent="-857250">
              <a:buFont typeface="Arial" panose="020B0604020202020204" pitchFamily="34" charset="0"/>
              <a:buChar char="•"/>
            </a:pPr>
            <a:r>
              <a:rPr lang="de-DE" sz="60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Uncertainty-based</a:t>
            </a:r>
            <a:endParaRPr lang="de-DE" sz="6000" dirty="0">
              <a:solidFill>
                <a:schemeClr val="tx2">
                  <a:lumMod val="50000"/>
                </a:schemeClr>
              </a:solidFill>
              <a:latin typeface="Arial Narrow"/>
            </a:endParaRPr>
          </a:p>
          <a:p>
            <a:pPr marL="1771650" lvl="2" indent="-857250">
              <a:buFont typeface="Arial" panose="020B0604020202020204" pitchFamily="34" charset="0"/>
              <a:buChar char="•"/>
            </a:pPr>
            <a:r>
              <a:rPr lang="de-DE" sz="60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Diversity-based</a:t>
            </a:r>
            <a:endParaRPr lang="de-DE" sz="6000" dirty="0">
              <a:solidFill>
                <a:schemeClr val="tx2">
                  <a:lumMod val="50000"/>
                </a:schemeClr>
              </a:solidFill>
              <a:latin typeface="Arial Narrow"/>
            </a:endParaRPr>
          </a:p>
          <a:p>
            <a:pPr marL="1771650" lvl="2" indent="-857250">
              <a:buFont typeface="Arial" panose="020B0604020202020204" pitchFamily="34" charset="0"/>
              <a:buChar char="•"/>
            </a:pPr>
            <a:r>
              <a:rPr lang="de-DE" sz="60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Hybrid</a:t>
            </a:r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80529373-649A-A181-EEE4-82EE76C2472C}"/>
              </a:ext>
            </a:extLst>
          </p:cNvPr>
          <p:cNvSpPr>
            <a:spLocks noGrp="1"/>
          </p:cNvSpPr>
          <p:nvPr/>
        </p:nvSpPr>
        <p:spPr>
          <a:xfrm>
            <a:off x="1576317" y="11874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1. Einleitung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7573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3199B-523B-8465-43B6-7B181BB6F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0BD0B4-9248-BA6E-2227-6A36E25AD5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DBE4B5C-93B6-F941-E8E5-1FCFADF0B3B1}"/>
              </a:ext>
            </a:extLst>
          </p:cNvPr>
          <p:cNvSpPr txBox="1"/>
          <p:nvPr/>
        </p:nvSpPr>
        <p:spPr>
          <a:xfrm>
            <a:off x="1600240" y="6624843"/>
            <a:ext cx="22580856" cy="63709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72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1.4. Verfahren</a:t>
            </a:r>
          </a:p>
          <a:p>
            <a:pPr marL="1771650" lvl="2" indent="-857250">
              <a:buFont typeface="Arial" panose="020B0604020202020204" pitchFamily="34" charset="0"/>
              <a:buChar char="•"/>
            </a:pPr>
            <a:r>
              <a:rPr lang="de-DE" sz="48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Schritt 1: Ein kleiner Satz </a:t>
            </a:r>
            <a:r>
              <a:rPr lang="de-DE" sz="48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labeled</a:t>
            </a:r>
            <a:r>
              <a:rPr lang="de-DE" sz="48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Daten wird verwendet, um ein </a:t>
            </a:r>
            <a:r>
              <a:rPr lang="de-DE" sz="48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Machine</a:t>
            </a:r>
            <a:r>
              <a:rPr lang="de-DE" sz="48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-Learning-Modell so zu trainieren, dass es über grundlegendes Wissen verfügt.</a:t>
            </a:r>
          </a:p>
          <a:p>
            <a:pPr marL="1771650" lvl="2" indent="-857250">
              <a:buFont typeface="Arial" panose="020B0604020202020204" pitchFamily="34" charset="0"/>
              <a:buChar char="•"/>
            </a:pPr>
            <a:r>
              <a:rPr lang="de-DE" sz="48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Schritt 2: Das Modell wählt durch eine Query-Methode Daten von </a:t>
            </a:r>
            <a:r>
              <a:rPr lang="de-DE" sz="48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unlabeled</a:t>
            </a:r>
            <a:r>
              <a:rPr lang="de-DE" sz="48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-Daten-Pool aus.</a:t>
            </a:r>
            <a:endParaRPr lang="de-DE" sz="6000" dirty="0">
              <a:solidFill>
                <a:schemeClr val="tx2">
                  <a:lumMod val="50000"/>
                </a:schemeClr>
              </a:solidFill>
              <a:latin typeface="Arial Narrow"/>
            </a:endParaRPr>
          </a:p>
          <a:p>
            <a:pPr marL="1771650" lvl="2" indent="-857250">
              <a:buFont typeface="Arial" panose="020B0604020202020204" pitchFamily="34" charset="0"/>
              <a:buChar char="•"/>
            </a:pPr>
            <a:r>
              <a:rPr lang="de-DE" sz="48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Schritt 3: Oracle annotiert die ausgewählten Daten und fügt sie dem Trainingsdatensatz hinzu.</a:t>
            </a:r>
          </a:p>
          <a:p>
            <a:pPr marL="1771650" lvl="2" indent="-857250">
              <a:buFont typeface="Arial" panose="020B0604020202020204" pitchFamily="34" charset="0"/>
              <a:buChar char="•"/>
            </a:pPr>
            <a:r>
              <a:rPr lang="de-DE" sz="48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Schritt 4: Das Modell wird erneut mit dem aktualisierten Trainingsdatensatz trainiert.</a:t>
            </a:r>
          </a:p>
          <a:p>
            <a:pPr marL="1771650" lvl="2" indent="-857250">
              <a:buFont typeface="Arial" panose="020B0604020202020204" pitchFamily="34" charset="0"/>
              <a:buChar char="•"/>
            </a:pPr>
            <a:r>
              <a:rPr lang="de-DE" sz="48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Schritt 5: Schritte 2-4 wird wiederholt bis das Model gut trainiert wird. </a:t>
            </a:r>
            <a:endParaRPr lang="de-DE" sz="6000" dirty="0">
              <a:solidFill>
                <a:schemeClr val="tx2">
                  <a:lumMod val="50000"/>
                </a:schemeClr>
              </a:solidFill>
              <a:latin typeface="Arial Narrow"/>
            </a:endParaRPr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7EF1CA74-4BCF-1FB5-BE17-A52A16B19910}"/>
              </a:ext>
            </a:extLst>
          </p:cNvPr>
          <p:cNvSpPr>
            <a:spLocks noGrp="1"/>
          </p:cNvSpPr>
          <p:nvPr/>
        </p:nvSpPr>
        <p:spPr>
          <a:xfrm>
            <a:off x="1576317" y="11874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1. Einleitung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96B451-686F-37A9-1224-8FBF506DA6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1707" y="560359"/>
            <a:ext cx="12262148" cy="6294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C0B2DF41-7F7B-ADBA-CF00-23C8E9AFA364}"/>
              </a:ext>
            </a:extLst>
          </p:cNvPr>
          <p:cNvSpPr txBox="1"/>
          <p:nvPr/>
        </p:nvSpPr>
        <p:spPr>
          <a:xfrm>
            <a:off x="7877254" y="6531230"/>
            <a:ext cx="149065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Bildquelle: https://medium.com/better-ml/introduction-to-active-learning-23f50725ca85</a:t>
            </a:r>
          </a:p>
        </p:txBody>
      </p:sp>
    </p:spTree>
    <p:extLst>
      <p:ext uri="{BB962C8B-B14F-4D97-AF65-F5344CB8AC3E}">
        <p14:creationId xmlns:p14="http://schemas.microsoft.com/office/powerpoint/2010/main" val="2571300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F14A0-4762-10F0-51A4-044C015AC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517CED-BC62-146D-16CF-1FE31D3310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2595" y="4761934"/>
            <a:ext cx="21490469" cy="2276819"/>
          </a:xfrm>
        </p:spPr>
        <p:txBody>
          <a:bodyPr lIns="91440" tIns="45720" rIns="91440" bIns="45720" anchor="t" anchorCtr="0"/>
          <a:lstStyle/>
          <a:p>
            <a:r>
              <a:rPr lang="en-US" sz="6000" dirty="0" err="1">
                <a:solidFill>
                  <a:srgbClr val="000000"/>
                </a:solidFill>
              </a:rPr>
              <a:t>Inkonsistente</a:t>
            </a:r>
            <a:r>
              <a:rPr lang="en-US" sz="6000" dirty="0">
                <a:solidFill>
                  <a:srgbClr val="000000"/>
                </a:solidFill>
              </a:rPr>
              <a:t> </a:t>
            </a:r>
            <a:r>
              <a:rPr lang="en-US" sz="6000" dirty="0" err="1">
                <a:solidFill>
                  <a:srgbClr val="000000"/>
                </a:solidFill>
              </a:rPr>
              <a:t>Ergebnisse</a:t>
            </a:r>
            <a:r>
              <a:rPr lang="en-US" sz="6000" dirty="0">
                <a:solidFill>
                  <a:srgbClr val="000000"/>
                </a:solidFill>
              </a:rPr>
              <a:t> in der </a:t>
            </a:r>
            <a:r>
              <a:rPr lang="en-US" sz="6000" dirty="0" err="1">
                <a:solidFill>
                  <a:srgbClr val="000000"/>
                </a:solidFill>
              </a:rPr>
              <a:t>Literatur</a:t>
            </a:r>
            <a:r>
              <a:rPr lang="en-US" sz="6000" dirty="0">
                <a:solidFill>
                  <a:srgbClr val="000000"/>
                </a:solidFill>
              </a:rPr>
              <a:t>: </a:t>
            </a:r>
            <a:r>
              <a:rPr lang="de-DE" sz="4000" dirty="0">
                <a:solidFill>
                  <a:srgbClr val="000000"/>
                </a:solidFill>
              </a:rPr>
              <a:t>Viele AL-Methoden zeigen in Veröffentlichungen gute Ergebnisse, die jedoch in der Praxis oder auf anderen Datensätzen oft nicht replizierbar sind. (</a:t>
            </a:r>
            <a:r>
              <a:rPr lang="de-DE" sz="4000" dirty="0" err="1">
                <a:solidFill>
                  <a:srgbClr val="000000"/>
                </a:solidFill>
              </a:rPr>
              <a:t>Ref</a:t>
            </a:r>
            <a:r>
              <a:rPr lang="de-DE" sz="4000" dirty="0">
                <a:solidFill>
                  <a:srgbClr val="000000"/>
                </a:solidFill>
              </a:rPr>
              <a:t>: </a:t>
            </a:r>
            <a:r>
              <a:rPr lang="en-US" sz="4000" dirty="0">
                <a:solidFill>
                  <a:srgbClr val="000000"/>
                </a:solidFill>
              </a:rPr>
              <a:t>Navigating the Pitfalls of Active Learning Evaluation: A Systematic Framework for Meaningful Performance Assessment</a:t>
            </a:r>
            <a:r>
              <a:rPr lang="de-DE" sz="4000" dirty="0">
                <a:solidFill>
                  <a:srgbClr val="000000"/>
                </a:solidFill>
              </a:rPr>
              <a:t>) </a:t>
            </a:r>
            <a:br>
              <a:rPr lang="de-DE" sz="4000" dirty="0">
                <a:solidFill>
                  <a:srgbClr val="000000"/>
                </a:solidFill>
              </a:rPr>
            </a:br>
            <a:endParaRPr lang="en-US" sz="4000" dirty="0">
              <a:solidFill>
                <a:srgbClr val="000000"/>
              </a:solidFill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8E26A43-6E84-3BBE-EA9D-E2E137BA9F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D31D716-6094-5876-4749-7F9149B8B20B}"/>
              </a:ext>
            </a:extLst>
          </p:cNvPr>
          <p:cNvSpPr txBox="1"/>
          <p:nvPr/>
        </p:nvSpPr>
        <p:spPr>
          <a:xfrm>
            <a:off x="1148107" y="3041859"/>
            <a:ext cx="23235893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60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Warum ist </a:t>
            </a:r>
            <a:r>
              <a:rPr lang="de-DE" sz="60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Active</a:t>
            </a:r>
            <a:r>
              <a:rPr lang="de-DE" sz="60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Learning häufig nur marginal besser als Random Sampling?</a:t>
            </a:r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F1A7C11B-0ACC-2D62-C9F2-1B5E262924E6}"/>
              </a:ext>
            </a:extLst>
          </p:cNvPr>
          <p:cNvSpPr>
            <a:spLocks noGrp="1"/>
          </p:cNvSpPr>
          <p:nvPr/>
        </p:nvSpPr>
        <p:spPr>
          <a:xfrm>
            <a:off x="1894856" y="1968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2. Motivation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9467D98-14E2-4153-8A27-EB1FA7F394BC}"/>
              </a:ext>
            </a:extLst>
          </p:cNvPr>
          <p:cNvSpPr txBox="1"/>
          <p:nvPr/>
        </p:nvSpPr>
        <p:spPr>
          <a:xfrm>
            <a:off x="2222596" y="7101888"/>
            <a:ext cx="12195544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de-DE" sz="2800" dirty="0">
                <a:solidFill>
                  <a:srgbClr val="000000"/>
                </a:solidFill>
              </a:rPr>
            </a:br>
            <a:r>
              <a:rPr lang="de-DE" sz="5400" dirty="0">
                <a:solidFill>
                  <a:srgbClr val="000000"/>
                </a:solidFill>
              </a:rPr>
              <a:t>5 </a:t>
            </a:r>
            <a:r>
              <a:rPr lang="de-DE" sz="5400" dirty="0" err="1">
                <a:solidFill>
                  <a:srgbClr val="000000"/>
                </a:solidFill>
              </a:rPr>
              <a:t>Pitfalls</a:t>
            </a:r>
            <a:endParaRPr lang="de-DE" sz="54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C695F5E-F5D5-9CC1-C757-AF0C419B54F8}"/>
              </a:ext>
            </a:extLst>
          </p:cNvPr>
          <p:cNvSpPr txBox="1"/>
          <p:nvPr/>
        </p:nvSpPr>
        <p:spPr>
          <a:xfrm>
            <a:off x="2993064" y="8519240"/>
            <a:ext cx="729925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rgbClr val="000000"/>
                </a:solidFill>
              </a:rPr>
              <a:t>P1. Data Distribution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rgbClr val="000000"/>
                </a:solidFill>
              </a:rPr>
              <a:t>P2. </a:t>
            </a:r>
            <a:r>
              <a:rPr lang="de-DE" sz="4000" dirty="0" err="1">
                <a:solidFill>
                  <a:srgbClr val="000000"/>
                </a:solidFill>
              </a:rPr>
              <a:t>Starting</a:t>
            </a:r>
            <a:r>
              <a:rPr lang="de-DE" sz="4000" dirty="0">
                <a:solidFill>
                  <a:srgbClr val="000000"/>
                </a:solidFill>
              </a:rPr>
              <a:t> Budget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rgbClr val="000000"/>
                </a:solidFill>
              </a:rPr>
              <a:t>P3. Query Size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rgbClr val="000000"/>
                </a:solidFill>
              </a:rPr>
              <a:t>P4. </a:t>
            </a:r>
            <a:r>
              <a:rPr lang="de-DE" sz="4000" dirty="0" err="1">
                <a:solidFill>
                  <a:srgbClr val="000000"/>
                </a:solidFill>
              </a:rPr>
              <a:t>Classifier</a:t>
            </a:r>
            <a:r>
              <a:rPr lang="de-DE" sz="4000" dirty="0">
                <a:solidFill>
                  <a:srgbClr val="000000"/>
                </a:solidFill>
              </a:rPr>
              <a:t> </a:t>
            </a:r>
            <a:r>
              <a:rPr lang="de-DE" sz="4000" dirty="0" err="1">
                <a:solidFill>
                  <a:srgbClr val="000000"/>
                </a:solidFill>
              </a:rPr>
              <a:t>Configuration</a:t>
            </a:r>
            <a:endParaRPr lang="de-DE" sz="4000" dirty="0">
              <a:solidFill>
                <a:srgbClr val="0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rgbClr val="000000"/>
                </a:solidFill>
              </a:rPr>
              <a:t>P5. Training </a:t>
            </a:r>
            <a:r>
              <a:rPr lang="de-DE" sz="4000" dirty="0" err="1">
                <a:solidFill>
                  <a:srgbClr val="000000"/>
                </a:solidFill>
              </a:rPr>
              <a:t>Paradigm</a:t>
            </a:r>
            <a:endParaRPr lang="de-DE" sz="4000" dirty="0"/>
          </a:p>
        </p:txBody>
      </p:sp>
    </p:spTree>
    <p:extLst>
      <p:ext uri="{BB962C8B-B14F-4D97-AF65-F5344CB8AC3E}">
        <p14:creationId xmlns:p14="http://schemas.microsoft.com/office/powerpoint/2010/main" val="1648750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4E10F-1CEC-E009-FF59-297B2F463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64A079-962E-53BC-6846-F0A9A34458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2596" y="5686967"/>
            <a:ext cx="19938808" cy="1171033"/>
          </a:xfrm>
        </p:spPr>
        <p:txBody>
          <a:bodyPr lIns="91440" tIns="45720" rIns="91440" bIns="45720" anchor="t" anchorCtr="0"/>
          <a:lstStyle/>
          <a:p>
            <a:pPr algn="ctr"/>
            <a:r>
              <a:rPr lang="de-DE" sz="6000" dirty="0">
                <a:solidFill>
                  <a:srgbClr val="000000"/>
                </a:solidFill>
              </a:rPr>
              <a:t>Was könnte sonst noch die Ursache des Problems sein?</a:t>
            </a:r>
            <a:endParaRPr lang="en-US" sz="3200" dirty="0">
              <a:solidFill>
                <a:srgbClr val="000000"/>
              </a:solidFill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45D2259-62B1-EA19-D678-F1E2073817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0F34609-8C3F-444C-A7E8-F977AAD3B1BB}"/>
              </a:ext>
            </a:extLst>
          </p:cNvPr>
          <p:cNvSpPr txBox="1"/>
          <p:nvPr/>
        </p:nvSpPr>
        <p:spPr>
          <a:xfrm>
            <a:off x="1148107" y="3041859"/>
            <a:ext cx="23235893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60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Warum ist </a:t>
            </a:r>
            <a:r>
              <a:rPr lang="de-DE" sz="60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Active</a:t>
            </a:r>
            <a:r>
              <a:rPr lang="de-DE" sz="60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Learning häufig nur marginal besser als Random Sampling?</a:t>
            </a:r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3756B30F-5EF2-C490-A88B-E1F1FA88215B}"/>
              </a:ext>
            </a:extLst>
          </p:cNvPr>
          <p:cNvSpPr>
            <a:spLocks noGrp="1"/>
          </p:cNvSpPr>
          <p:nvPr/>
        </p:nvSpPr>
        <p:spPr>
          <a:xfrm>
            <a:off x="1894856" y="1968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2. Motivation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03F411D-5A85-F2EB-ED21-AF6FFAF5AED3}"/>
              </a:ext>
            </a:extLst>
          </p:cNvPr>
          <p:cNvSpPr txBox="1"/>
          <p:nvPr/>
        </p:nvSpPr>
        <p:spPr>
          <a:xfrm>
            <a:off x="2469013" y="8023366"/>
            <a:ext cx="2014830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6000" dirty="0">
                <a:solidFill>
                  <a:srgbClr val="000000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rPr>
              <a:t>Wir wollen daher untersuchen, wie groß der Anteil der </a:t>
            </a:r>
            <a:r>
              <a:rPr lang="de-DE" sz="6000" dirty="0" err="1">
                <a:solidFill>
                  <a:srgbClr val="000000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rPr>
              <a:t>Subsets</a:t>
            </a:r>
            <a:r>
              <a:rPr lang="de-DE" sz="6000" dirty="0">
                <a:solidFill>
                  <a:srgbClr val="000000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rPr>
              <a:t> ist, die eine bessere Performance als Random Sampling erzielen würden bzw. die Verteilung der Performance über die Wahl der </a:t>
            </a:r>
            <a:r>
              <a:rPr lang="de-DE" sz="6000" dirty="0" err="1">
                <a:solidFill>
                  <a:srgbClr val="000000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rPr>
              <a:t>Subsets</a:t>
            </a:r>
            <a:r>
              <a:rPr lang="de-DE" sz="6000" dirty="0">
                <a:solidFill>
                  <a:srgbClr val="000000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rPr>
              <a:t> untersuchen.</a:t>
            </a:r>
          </a:p>
        </p:txBody>
      </p:sp>
    </p:spTree>
    <p:extLst>
      <p:ext uri="{BB962C8B-B14F-4D97-AF65-F5344CB8AC3E}">
        <p14:creationId xmlns:p14="http://schemas.microsoft.com/office/powerpoint/2010/main" val="1028410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BFAF7-EE24-0625-4E8D-838A27231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2A5861-6E61-238C-4E75-0CFA19C4E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472" y="3905670"/>
            <a:ext cx="19938808" cy="4896545"/>
          </a:xfrm>
        </p:spPr>
        <p:txBody>
          <a:bodyPr lIns="91440" tIns="45720" rIns="91440" bIns="45720" anchor="t" anchorCtr="0"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F7CC33-B861-0129-6EA0-E3F10422D2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 dirty="0">
              <a:solidFill>
                <a:srgbClr val="F8F8F2"/>
              </a:solidFill>
              <a:latin typeface="Menlo"/>
            </a:endParaRPr>
          </a:p>
          <a:p>
            <a:r>
              <a:rPr lang="en-US" sz="900" dirty="0">
                <a:solidFill>
                  <a:srgbClr val="F8F8F2"/>
                </a:solidFill>
                <a:latin typeface="Menlo"/>
              </a:rPr>
              <a:t>Chia-Hao Chang</a:t>
            </a:r>
            <a:endParaRPr lang="en-US" dirty="0"/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DBE5D252-D358-19A8-7224-00FEE64ECFDA}"/>
              </a:ext>
            </a:extLst>
          </p:cNvPr>
          <p:cNvSpPr>
            <a:spLocks noGrp="1"/>
          </p:cNvSpPr>
          <p:nvPr/>
        </p:nvSpPr>
        <p:spPr>
          <a:xfrm>
            <a:off x="1894856" y="1968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3. Experiment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6258E8B-D466-D547-10F8-D8D02B493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420" y="4932748"/>
            <a:ext cx="2023635780" cy="8417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6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Phase 1: Toy Dataset (Exhaustive Evaluation)</a:t>
            </a:r>
            <a:endParaRPr kumimoji="0" lang="de-DE" altLang="de-DE" sz="6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de-DE" altLang="de-DE" sz="4000" dirty="0">
              <a:solidFill>
                <a:srgbClr val="000000"/>
              </a:solidFill>
              <a:latin typeface="Arial" panose="020B0604020202020204" pitchFamily="34" charset="0"/>
              <a:ea typeface="Google Sans Text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de-DE" altLang="de-DE" sz="4000" dirty="0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2D Punkte, Trennung durch die Diagonale.</a:t>
            </a:r>
            <a:endParaRPr kumimoji="0" lang="de-DE" altLang="de-DE" sz="4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kumimoji="0" lang="de-DE" altLang="de-DE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Unlabeled</a:t>
            </a:r>
            <a:r>
              <a:rPr kumimoji="0" lang="de-DE" altLang="de-DE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 Pool: 20 Punkte. </a:t>
            </a:r>
            <a:r>
              <a:rPr kumimoji="0" lang="de-DE" altLang="de-DE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Labeling</a:t>
            </a:r>
            <a:r>
              <a:rPr kumimoji="0" lang="de-DE" altLang="de-DE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 Budget: 4 Punkte.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kumimoji="0" lang="de-DE" altLang="de-DE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Exhaustive Suche:</a:t>
            </a:r>
            <a:r>
              <a:rPr kumimoji="0" lang="de-DE" altLang="de-DE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 Wir trainieren alle möglichen Kombinationen (4845 </a:t>
            </a:r>
            <a:r>
              <a:rPr kumimoji="0" lang="de-DE" altLang="de-DE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Subsets</a:t>
            </a:r>
            <a:r>
              <a:rPr kumimoji="0" lang="de-DE" altLang="de-DE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), </a:t>
            </a:r>
          </a:p>
          <a:p>
            <a:pPr lvl="1"/>
            <a:r>
              <a:rPr lang="de-DE" altLang="de-DE" sz="4000" dirty="0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    </a:t>
            </a:r>
            <a:r>
              <a:rPr kumimoji="0" lang="de-DE" altLang="de-DE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um die Performance-Verteilung zu sehen. </a:t>
            </a:r>
            <a:r>
              <a:rPr lang="de-DE" altLang="de-DE" sz="4000" dirty="0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(125K Trainings)</a:t>
            </a:r>
            <a:endParaRPr kumimoji="0" lang="de-DE" altLang="de-DE" sz="4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6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Phase 2: Skalierung auf größere Datensätze</a:t>
            </a:r>
            <a:endParaRPr kumimoji="0" lang="de-DE" altLang="de-DE" sz="6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kumimoji="0" lang="de-DE" altLang="de-DE" sz="4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kumimoji="0" lang="de-DE" altLang="de-DE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Datensätze: </a:t>
            </a:r>
            <a:r>
              <a:rPr kumimoji="0" lang="de-DE" altLang="de-DE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Honeypot</a:t>
            </a:r>
            <a:r>
              <a:rPr kumimoji="0" lang="de-DE" altLang="de-DE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, </a:t>
            </a:r>
            <a:r>
              <a:rPr kumimoji="0" lang="de-DE" altLang="de-DE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Diverging</a:t>
            </a:r>
            <a:r>
              <a:rPr kumimoji="0" lang="de-DE" altLang="de-DE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 Sine, CIFAR-10 (+ Long-Tail).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kumimoji="0" lang="de-DE" altLang="de-DE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Herausforderung: Da der Suchraum bei CIFAR-10 zu groß für eine exhaustive Suche ist, </a:t>
            </a:r>
          </a:p>
          <a:p>
            <a:pPr lvl="1"/>
            <a:r>
              <a:rPr lang="de-DE" altLang="de-DE" sz="4000" dirty="0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     </a:t>
            </a:r>
            <a:r>
              <a:rPr kumimoji="0" lang="de-DE" altLang="de-DE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werden wir </a:t>
            </a:r>
            <a:r>
              <a:rPr kumimoji="0" lang="de-DE" altLang="de-DE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Approximationsmethoden</a:t>
            </a:r>
            <a:r>
              <a:rPr kumimoji="0" lang="de-DE" altLang="de-DE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 nutzen.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1493DF73-F0D8-27B3-7A04-086773EB8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315" y="0"/>
            <a:ext cx="12244435" cy="510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699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62754-3A2A-1EE3-4F46-FB5E59E29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C8B730-3C8A-1423-3BC1-DD778C38E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472" y="3905670"/>
            <a:ext cx="19938808" cy="4896545"/>
          </a:xfrm>
        </p:spPr>
        <p:txBody>
          <a:bodyPr lIns="91440" tIns="45720" rIns="91440" bIns="45720" anchor="t" anchorCtr="0"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1FE296B-816E-BEDF-04EB-8A48701C60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B6D27E0-3965-647B-3218-D655702BDCC2}"/>
              </a:ext>
            </a:extLst>
          </p:cNvPr>
          <p:cNvSpPr txBox="1"/>
          <p:nvPr/>
        </p:nvSpPr>
        <p:spPr>
          <a:xfrm>
            <a:off x="1877639" y="2088633"/>
            <a:ext cx="2183542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72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Der Zeitplan ist auf 18 Wochen ausgelegt in 3 Phasen</a:t>
            </a:r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30A5F72F-B3AD-17C5-D40F-9111CA5FD416}"/>
              </a:ext>
            </a:extLst>
          </p:cNvPr>
          <p:cNvSpPr>
            <a:spLocks noGrp="1"/>
          </p:cNvSpPr>
          <p:nvPr/>
        </p:nvSpPr>
        <p:spPr>
          <a:xfrm>
            <a:off x="1894856" y="1968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4. Zeitplan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F5C926DB-99A1-48C3-CA6E-30A910E36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38" y="3905670"/>
            <a:ext cx="23654124" cy="815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264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42FC3-44D5-28E9-A06F-934A46F96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0A0BA3-E5ED-3501-E78C-FF4128AD18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472" y="3905670"/>
            <a:ext cx="19938808" cy="4896545"/>
          </a:xfrm>
        </p:spPr>
        <p:txBody>
          <a:bodyPr lIns="91440" tIns="45720" rIns="91440" bIns="45720" anchor="t" anchorCtr="0"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D0A102E-C0A7-3EBC-7EC5-3FC454B007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B542957-1D43-4992-FEF9-A7E5D6DCCF61}"/>
              </a:ext>
            </a:extLst>
          </p:cNvPr>
          <p:cNvSpPr txBox="1"/>
          <p:nvPr/>
        </p:nvSpPr>
        <p:spPr>
          <a:xfrm>
            <a:off x="1877639" y="2088633"/>
            <a:ext cx="2183542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72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Der Zeitplan ist auf 18 Wochen ausgelegt in 3 Phasen</a:t>
            </a:r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A996D3AE-EF27-352B-1A37-EAB577290962}"/>
              </a:ext>
            </a:extLst>
          </p:cNvPr>
          <p:cNvSpPr>
            <a:spLocks noGrp="1"/>
          </p:cNvSpPr>
          <p:nvPr/>
        </p:nvSpPr>
        <p:spPr>
          <a:xfrm>
            <a:off x="1894856" y="1968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4. Zeitplan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E5F43321-E53F-4422-3CF5-2D3A3AF25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17" y="4522378"/>
            <a:ext cx="23425766" cy="740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144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7584C-33C2-DB37-33B0-77D2F3B0C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459415-C7C0-9280-3AF0-B3A7C58BD8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6978" y="4242188"/>
            <a:ext cx="19938808" cy="4896545"/>
          </a:xfrm>
        </p:spPr>
        <p:txBody>
          <a:bodyPr lIns="91440" tIns="45720" rIns="91440" bIns="45720" anchor="t" anchorCtr="0"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12451DC-B3D1-BE87-C489-16D6C18D05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C767A49-3C3D-E94B-ECF9-9E6F43B9B1A0}"/>
              </a:ext>
            </a:extLst>
          </p:cNvPr>
          <p:cNvSpPr txBox="1"/>
          <p:nvPr/>
        </p:nvSpPr>
        <p:spPr>
          <a:xfrm>
            <a:off x="2826055" y="2441694"/>
            <a:ext cx="2183542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72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Warm-up: </a:t>
            </a:r>
            <a:r>
              <a:rPr lang="de-DE" sz="72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DemoScript</a:t>
            </a:r>
            <a:endParaRPr lang="de-DE" sz="7200" dirty="0">
              <a:solidFill>
                <a:schemeClr val="tx2">
                  <a:lumMod val="50000"/>
                </a:schemeClr>
              </a:solidFill>
              <a:latin typeface="Arial Narrow"/>
            </a:endParaRPr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18263104-B1EE-9962-87BA-7B02213704CC}"/>
              </a:ext>
            </a:extLst>
          </p:cNvPr>
          <p:cNvSpPr>
            <a:spLocks noGrp="1"/>
          </p:cNvSpPr>
          <p:nvPr/>
        </p:nvSpPr>
        <p:spPr>
          <a:xfrm>
            <a:off x="1894856" y="1968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5. Aktueller Zustand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68E9EFC-EF92-3DF4-5F45-CC92C2225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3669" y="3642023"/>
            <a:ext cx="14781461" cy="923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385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E8F7B-3BE8-F370-A008-AE91676B7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D45D88-C7A4-109D-34E4-A60F8CB2B1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472" y="3905670"/>
            <a:ext cx="19938808" cy="4896545"/>
          </a:xfrm>
        </p:spPr>
        <p:txBody>
          <a:bodyPr lIns="91440" tIns="45720" rIns="91440" bIns="45720" anchor="t" anchorCtr="0"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12013D4-2A60-8BEA-B3CD-B97808B9FC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B9CFC114-E6F6-1800-4BCB-11C631C4C851}"/>
              </a:ext>
            </a:extLst>
          </p:cNvPr>
          <p:cNvSpPr>
            <a:spLocks noGrp="1"/>
          </p:cNvSpPr>
          <p:nvPr/>
        </p:nvSpPr>
        <p:spPr>
          <a:xfrm>
            <a:off x="1894856" y="1968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5. Aktueller Zustand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5163F2B-86FA-1228-995C-C435D0CE2B2E}"/>
              </a:ext>
            </a:extLst>
          </p:cNvPr>
          <p:cNvSpPr txBox="1"/>
          <p:nvPr/>
        </p:nvSpPr>
        <p:spPr>
          <a:xfrm>
            <a:off x="1535592" y="4276450"/>
            <a:ext cx="21835426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72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Literature</a:t>
            </a:r>
            <a:r>
              <a:rPr lang="de-DE" sz="72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Review: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Navigating the Pitfalls of Active Learning </a:t>
            </a:r>
            <a:r>
              <a:rPr lang="en-US" sz="48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Evaluation:A</a:t>
            </a:r>
            <a:r>
              <a:rPr lang="en-US" sz="48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Systematic Framework for Meaningful Performance Assessment</a:t>
            </a:r>
            <a:endParaRPr lang="de-DE" sz="4800" dirty="0">
              <a:solidFill>
                <a:schemeClr val="tx2">
                  <a:lumMod val="50000"/>
                </a:schemeClr>
              </a:solidFill>
              <a:latin typeface="Arial Narrow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A Cross-Domain Benchmark for Active Learning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Mind the Gap: A Framework for Assessing Pitfalls in Multimodal Active Learning</a:t>
            </a:r>
            <a:endParaRPr lang="de-DE" sz="4800" dirty="0">
              <a:solidFill>
                <a:schemeClr val="tx2">
                  <a:lumMod val="50000"/>
                </a:schemeClr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337096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759DE-1BAA-72E5-26C0-7681F5ADE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90305E-2F1D-41B8-8FB4-8D229A7FB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472" y="3905670"/>
            <a:ext cx="19938808" cy="4896545"/>
          </a:xfrm>
        </p:spPr>
        <p:txBody>
          <a:bodyPr lIns="91440" tIns="45720" rIns="91440" bIns="45720" anchor="t" anchorCtr="0"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26C9BAF-86E8-4660-B394-4F83460D51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D4223D5-8D66-F9FE-F857-D01D6FADA549}"/>
              </a:ext>
            </a:extLst>
          </p:cNvPr>
          <p:cNvSpPr txBox="1"/>
          <p:nvPr/>
        </p:nvSpPr>
        <p:spPr>
          <a:xfrm>
            <a:off x="1726978" y="4793860"/>
            <a:ext cx="2183542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72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6.1. Q &amp; A</a:t>
            </a:r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441F7D74-B3DA-8189-3A5F-4D1B3FE8436F}"/>
              </a:ext>
            </a:extLst>
          </p:cNvPr>
          <p:cNvSpPr>
            <a:spLocks noGrp="1"/>
          </p:cNvSpPr>
          <p:nvPr/>
        </p:nvSpPr>
        <p:spPr>
          <a:xfrm>
            <a:off x="1894856" y="1968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6. Q&amp;A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F6A1629-BD37-94D4-60CA-CC782A098BFB}"/>
              </a:ext>
            </a:extLst>
          </p:cNvPr>
          <p:cNvSpPr txBox="1"/>
          <p:nvPr/>
        </p:nvSpPr>
        <p:spPr>
          <a:xfrm>
            <a:off x="1726978" y="6257835"/>
            <a:ext cx="2183542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72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6.2. Feedback</a:t>
            </a:r>
          </a:p>
        </p:txBody>
      </p:sp>
    </p:spTree>
    <p:extLst>
      <p:ext uri="{BB962C8B-B14F-4D97-AF65-F5344CB8AC3E}">
        <p14:creationId xmlns:p14="http://schemas.microsoft.com/office/powerpoint/2010/main" val="269660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884F6-EFC2-C6FB-94BD-9A52168AA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B0CF86E-774F-2140-2F6D-DAA859A1E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A5A64A0-AB64-677C-3E00-2AF66FA7CA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79B608-30BF-4780-AD74-2A39D90104E2}" type="slidenum">
              <a:rPr lang="de-DE" altLang="de-DE" smtClean="0"/>
              <a:pPr>
                <a:defRPr/>
              </a:pPr>
              <a:t>13</a:t>
            </a:fld>
            <a:endParaRPr lang="de-DE" altLang="de-D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C88433-3473-A425-1072-6FD8A522A3B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2007804" y="5421105"/>
            <a:ext cx="20310649" cy="2092373"/>
          </a:xfrm>
          <a:ln>
            <a:solidFill>
              <a:schemeClr val="bg1"/>
            </a:solidFill>
          </a:ln>
        </p:spPr>
        <p:txBody>
          <a:bodyPr lIns="91440" tIns="45720" rIns="91440" bIns="45720" anchor="t"/>
          <a:lstStyle/>
          <a:p>
            <a:pPr algn="ctr"/>
            <a:r>
              <a:rPr lang="de-DE" sz="9600" dirty="0">
                <a:solidFill>
                  <a:srgbClr val="00618F"/>
                </a:solidFill>
                <a:latin typeface="Arial Narrow"/>
              </a:rPr>
              <a:t>Vielen Dank für die Aufmerksamkeit!!</a:t>
            </a:r>
            <a:endParaRPr lang="de-DE" sz="9600" dirty="0">
              <a:solidFill>
                <a:srgbClr val="0061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7773225"/>
      </p:ext>
    </p:extLst>
  </p:cSld>
  <p:clrMapOvr>
    <a:masterClrMapping/>
  </p:clrMapOvr>
</p:sld>
</file>

<file path=ppt/theme/theme1.xml><?xml version="1.0" encoding="utf-8"?>
<a:theme xmlns:a="http://schemas.openxmlformats.org/drawingml/2006/main" name="GU-Design">
  <a:themeElements>
    <a:clrScheme name="GU Farben">
      <a:dk1>
        <a:srgbClr val="00618F"/>
      </a:dk1>
      <a:lt1>
        <a:srgbClr val="FFFFFF"/>
      </a:lt1>
      <a:dk2>
        <a:srgbClr val="4D4B46"/>
      </a:dk2>
      <a:lt2>
        <a:srgbClr val="F8F6F5"/>
      </a:lt2>
      <a:accent1>
        <a:srgbClr val="00618F"/>
      </a:accent1>
      <a:accent2>
        <a:srgbClr val="E4E3DD"/>
      </a:accent2>
      <a:accent3>
        <a:srgbClr val="A5AB52"/>
      </a:accent3>
      <a:accent4>
        <a:srgbClr val="4D4B46"/>
      </a:accent4>
      <a:accent5>
        <a:srgbClr val="B3062C"/>
      </a:accent5>
      <a:accent6>
        <a:srgbClr val="C96215"/>
      </a:accent6>
      <a:hlink>
        <a:srgbClr val="48A9DA"/>
      </a:hlink>
      <a:folHlink>
        <a:srgbClr val="00618F"/>
      </a:folHlink>
    </a:clrScheme>
    <a:fontScheme name="Goethe-Schriften">
      <a:majorFont>
        <a:latin typeface="Arial Narrow"/>
        <a:ea typeface="Arial Narrow"/>
        <a:cs typeface="Arial Narrow"/>
      </a:majorFont>
      <a:minorFont>
        <a:latin typeface="Arial Narrow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50800" cap="flat" cmpd="sng" algn="ctr">
          <a:solidFill>
            <a:srgbClr val="004F8F"/>
          </a:solidFill>
          <a:prstDash val="solid"/>
          <a:bevel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91440" rIns="91440" bIns="9144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800" b="0" i="0" u="none" strike="noStrike" cap="none" normalizeH="0" baseline="0" smtClean="0">
            <a:ln>
              <a:noFill/>
            </a:ln>
            <a:solidFill>
              <a:srgbClr val="004F8F"/>
            </a:solidFill>
            <a:effectLst/>
            <a:latin typeface="Georgia" panose="02040502050405020303" pitchFamily="18" charset="0"/>
            <a:ea typeface="Georgia" panose="02040502050405020303" pitchFamily="18" charset="0"/>
            <a:cs typeface="Georgia" panose="02040502050405020303" pitchFamily="18" charset="0"/>
            <a:sym typeface="Georgia" panose="02040502050405020303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50800" cap="flat" cmpd="sng" algn="ctr">
          <a:solidFill>
            <a:srgbClr val="004F8F"/>
          </a:solidFill>
          <a:prstDash val="solid"/>
          <a:bevel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91440" rIns="91440" bIns="9144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800" b="0" i="0" u="none" strike="noStrike" cap="none" normalizeH="0" baseline="0" smtClean="0">
            <a:ln>
              <a:noFill/>
            </a:ln>
            <a:solidFill>
              <a:srgbClr val="004F8F"/>
            </a:solidFill>
            <a:effectLst/>
            <a:latin typeface="Georgia" panose="02040502050405020303" pitchFamily="18" charset="0"/>
            <a:ea typeface="Georgia" panose="02040502050405020303" pitchFamily="18" charset="0"/>
            <a:cs typeface="Georgia" panose="02040502050405020303" pitchFamily="18" charset="0"/>
            <a:sym typeface="Georgia" panose="02040502050405020303" pitchFamily="18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4400" dirty="0" err="1" smtClean="0">
            <a:solidFill>
              <a:schemeClr val="tx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U-Design ohne Goethekopf">
  <a:themeElements>
    <a:clrScheme name="GU Farben">
      <a:dk1>
        <a:srgbClr val="00618F"/>
      </a:dk1>
      <a:lt1>
        <a:srgbClr val="FFFFFF"/>
      </a:lt1>
      <a:dk2>
        <a:srgbClr val="4D4B46"/>
      </a:dk2>
      <a:lt2>
        <a:srgbClr val="F8F6F5"/>
      </a:lt2>
      <a:accent1>
        <a:srgbClr val="00618F"/>
      </a:accent1>
      <a:accent2>
        <a:srgbClr val="E4E3DD"/>
      </a:accent2>
      <a:accent3>
        <a:srgbClr val="A5AB52"/>
      </a:accent3>
      <a:accent4>
        <a:srgbClr val="4D4B46"/>
      </a:accent4>
      <a:accent5>
        <a:srgbClr val="B3062C"/>
      </a:accent5>
      <a:accent6>
        <a:srgbClr val="C96215"/>
      </a:accent6>
      <a:hlink>
        <a:srgbClr val="48A9DA"/>
      </a:hlink>
      <a:folHlink>
        <a:srgbClr val="00618F"/>
      </a:folHlink>
    </a:clrScheme>
    <a:fontScheme name="Goethe-Schriften">
      <a:majorFont>
        <a:latin typeface="Arial Narrow"/>
        <a:ea typeface="Arial Narrow"/>
        <a:cs typeface="Arial Narrow"/>
      </a:majorFont>
      <a:minorFont>
        <a:latin typeface="Arial Narrow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50800" cap="flat" cmpd="sng" algn="ctr">
          <a:solidFill>
            <a:srgbClr val="004F8F"/>
          </a:solidFill>
          <a:prstDash val="solid"/>
          <a:bevel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91440" rIns="91440" bIns="9144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800" b="0" i="0" u="none" strike="noStrike" cap="none" normalizeH="0" baseline="0" smtClean="0">
            <a:ln>
              <a:noFill/>
            </a:ln>
            <a:solidFill>
              <a:srgbClr val="004F8F"/>
            </a:solidFill>
            <a:effectLst/>
            <a:latin typeface="Georgia" panose="02040502050405020303" pitchFamily="18" charset="0"/>
            <a:ea typeface="Georgia" panose="02040502050405020303" pitchFamily="18" charset="0"/>
            <a:cs typeface="Georgia" panose="02040502050405020303" pitchFamily="18" charset="0"/>
            <a:sym typeface="Georgia" panose="02040502050405020303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50800" cap="flat" cmpd="sng" algn="ctr">
          <a:solidFill>
            <a:srgbClr val="004F8F"/>
          </a:solidFill>
          <a:prstDash val="solid"/>
          <a:bevel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91440" rIns="91440" bIns="9144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800" b="0" i="0" u="none" strike="noStrike" cap="none" normalizeH="0" baseline="0" smtClean="0">
            <a:ln>
              <a:noFill/>
            </a:ln>
            <a:solidFill>
              <a:srgbClr val="004F8F"/>
            </a:solidFill>
            <a:effectLst/>
            <a:latin typeface="Georgia" panose="02040502050405020303" pitchFamily="18" charset="0"/>
            <a:ea typeface="Georgia" panose="02040502050405020303" pitchFamily="18" charset="0"/>
            <a:cs typeface="Georgia" panose="02040502050405020303" pitchFamily="18" charset="0"/>
            <a:sym typeface="Georgia" panose="02040502050405020303" pitchFamily="18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4400" dirty="0" err="1" smtClean="0">
            <a:solidFill>
              <a:schemeClr val="tx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4F8F"/>
      </a:accent1>
      <a:accent2>
        <a:srgbClr val="E4E3DD"/>
      </a:accent2>
      <a:accent3>
        <a:srgbClr val="FFFFFF"/>
      </a:accent3>
      <a:accent4>
        <a:srgbClr val="000000"/>
      </a:accent4>
      <a:accent5>
        <a:srgbClr val="AAB2C6"/>
      </a:accent5>
      <a:accent6>
        <a:srgbClr val="CFCEC8"/>
      </a:accent6>
      <a:hlink>
        <a:srgbClr val="0000FF"/>
      </a:hlink>
      <a:folHlink>
        <a:srgbClr val="FF00FF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567</Words>
  <Application>Microsoft Office PowerPoint</Application>
  <PresentationFormat>Benutzerdefiniert</PresentationFormat>
  <Paragraphs>105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13</vt:i4>
      </vt:variant>
    </vt:vector>
  </HeadingPairs>
  <TitlesOfParts>
    <vt:vector size="20" baseType="lpstr">
      <vt:lpstr>Avenir Roman</vt:lpstr>
      <vt:lpstr>Menlo</vt:lpstr>
      <vt:lpstr>Arial</vt:lpstr>
      <vt:lpstr>Arial Narrow</vt:lpstr>
      <vt:lpstr>Georgia</vt:lpstr>
      <vt:lpstr>GU-Design</vt:lpstr>
      <vt:lpstr>GU-Design ohne Goethekopf</vt:lpstr>
      <vt:lpstr>Bachelorarbeit – Kick-Off </vt:lpstr>
      <vt:lpstr> </vt:lpstr>
      <vt:lpstr>PowerPoint-Präsentation</vt:lpstr>
      <vt:lpstr>PowerPoint-Präsentation</vt:lpstr>
      <vt:lpstr>Inkonsistente Ergebnisse in der Literatur: Viele AL-Methoden zeigen in Veröffentlichungen gute Ergebnisse, die jedoch in der Praxis oder auf anderen Datensätzen oft nicht replizierbar sind. (Ref: Navigating the Pitfalls of Active Learning Evaluation: A Systematic Framework for Meaningful Performance Assessment)  </vt:lpstr>
      <vt:lpstr>Was könnte sonst noch die Ursache des Problems sein?</vt:lpstr>
      <vt:lpstr> </vt:lpstr>
      <vt:lpstr> </vt:lpstr>
      <vt:lpstr> </vt:lpstr>
      <vt:lpstr> </vt:lpstr>
      <vt:lpstr> </vt:lpstr>
      <vt:lpstr> 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Arkadij Schewtschenko</dc:creator>
  <cp:lastModifiedBy>dqrrkzkysm@goetheuniversitaet.onmicrosoft.com</cp:lastModifiedBy>
  <cp:revision>3</cp:revision>
  <dcterms:modified xsi:type="dcterms:W3CDTF">2026-05-13T14:38:48Z</dcterms:modified>
</cp:coreProperties>
</file>