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howSpecialPlsOnTitleSld="0" strictFirstAndLastChars="0" saveSubsetFonts="1">
  <p:sldMasterIdLst>
    <p:sldMasterId id="2147483648" r:id="rId1"/>
    <p:sldMasterId id="2147483910" r:id="rId2"/>
  </p:sldMasterIdLst>
  <p:notesMasterIdLst>
    <p:notesMasterId r:id="rId28"/>
  </p:notesMasterIdLst>
  <p:sldIdLst>
    <p:sldId id="263" r:id="rId3"/>
    <p:sldId id="287" r:id="rId4"/>
    <p:sldId id="295" r:id="rId5"/>
    <p:sldId id="296" r:id="rId6"/>
    <p:sldId id="302" r:id="rId7"/>
    <p:sldId id="297" r:id="rId8"/>
    <p:sldId id="298" r:id="rId9"/>
    <p:sldId id="306" r:id="rId10"/>
    <p:sldId id="308" r:id="rId11"/>
    <p:sldId id="307" r:id="rId12"/>
    <p:sldId id="309" r:id="rId13"/>
    <p:sldId id="310" r:id="rId14"/>
    <p:sldId id="321" r:id="rId15"/>
    <p:sldId id="311" r:id="rId16"/>
    <p:sldId id="319" r:id="rId17"/>
    <p:sldId id="318" r:id="rId18"/>
    <p:sldId id="314" r:id="rId19"/>
    <p:sldId id="312" r:id="rId20"/>
    <p:sldId id="320" r:id="rId21"/>
    <p:sldId id="316" r:id="rId22"/>
    <p:sldId id="317" r:id="rId23"/>
    <p:sldId id="315" r:id="rId24"/>
    <p:sldId id="303" r:id="rId25"/>
    <p:sldId id="322" r:id="rId26"/>
    <p:sldId id="300" r:id="rId27"/>
  </p:sldIdLst>
  <p:sldSz cx="24384000" cy="13716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5pPr>
    <a:lvl6pPr marL="22860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6pPr>
    <a:lvl7pPr marL="27432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7pPr>
    <a:lvl8pPr marL="32004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8pPr>
    <a:lvl9pPr marL="3657600" algn="l" defTabSz="914400" rtl="0" eaLnBrk="1" latinLnBrk="0" hangingPunct="1">
      <a:defRPr sz="2800" kern="1200">
        <a:solidFill>
          <a:srgbClr val="004F8F"/>
        </a:solidFill>
        <a:latin typeface="Georgia" panose="02040502050405020303" pitchFamily="18" charset="0"/>
        <a:ea typeface="Georgia" panose="02040502050405020303" pitchFamily="18" charset="0"/>
        <a:cs typeface="Georgia" panose="02040502050405020303" pitchFamily="18" charset="0"/>
        <a:sym typeface="Georgia" panose="02040502050405020303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1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0999D-AED8-4682-86AD-87D00E8196F1}" v="70" dt="2026-05-06T12:22:20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447" autoAdjust="0"/>
  </p:normalViewPr>
  <p:slideViewPr>
    <p:cSldViewPr snapToGrid="0">
      <p:cViewPr varScale="1">
        <p:scale>
          <a:sx n="30" d="100"/>
          <a:sy n="30" d="100"/>
        </p:scale>
        <p:origin x="884" y="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6176"/>
    </p:cViewPr>
  </p:outlineViewPr>
  <p:notesTextViewPr>
    <p:cViewPr>
      <p:scale>
        <a:sx n="1" d="1"/>
        <a:sy n="1" d="1"/>
      </p:scale>
      <p:origin x="0" y="-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qrrkzkysm@goetheuniversitaet.onmicrosoft.com" userId="8ce824fd-3a4f-401a-95a0-acf75c1cc1af" providerId="ADAL" clId="{99E6E479-EF6C-4E3E-A254-3F477F99F19B}"/>
    <pc:docChg chg="undo redo custSel addSld delSld modSld sldOrd">
      <pc:chgData name="dqrrkzkysm@goetheuniversitaet.onmicrosoft.com" userId="8ce824fd-3a4f-401a-95a0-acf75c1cc1af" providerId="ADAL" clId="{99E6E479-EF6C-4E3E-A254-3F477F99F19B}" dt="2026-05-06T08:18:35.489" v="10487" actId="2696"/>
      <pc:docMkLst>
        <pc:docMk/>
      </pc:docMkLst>
      <pc:sldChg chg="addSp delSp modSp mod">
        <pc:chgData name="dqrrkzkysm@goetheuniversitaet.onmicrosoft.com" userId="8ce824fd-3a4f-401a-95a0-acf75c1cc1af" providerId="ADAL" clId="{99E6E479-EF6C-4E3E-A254-3F477F99F19B}" dt="2026-05-05T15:08:54.156" v="9623" actId="1076"/>
        <pc:sldMkLst>
          <pc:docMk/>
          <pc:sldMk cId="4063216720" sldId="263"/>
        </pc:sldMkLst>
        <pc:spChg chg="mod">
          <ac:chgData name="dqrrkzkysm@goetheuniversitaet.onmicrosoft.com" userId="8ce824fd-3a4f-401a-95a0-acf75c1cc1af" providerId="ADAL" clId="{99E6E479-EF6C-4E3E-A254-3F477F99F19B}" dt="2026-05-05T15:08:54.156" v="9623" actId="1076"/>
          <ac:spMkLst>
            <pc:docMk/>
            <pc:sldMk cId="4063216720" sldId="263"/>
            <ac:spMk id="2" creationId="{00000000-0000-0000-0000-000000000000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2:29:28.570" v="4491" actId="20577"/>
          <ac:spMkLst>
            <pc:docMk/>
            <pc:sldMk cId="4063216720" sldId="263"/>
            <ac:spMk id="3" creationId="{60D6C289-78B6-707D-4363-242EAD224F88}"/>
          </ac:spMkLst>
        </pc:spChg>
        <pc:spChg chg="mod">
          <ac:chgData name="dqrrkzkysm@goetheuniversitaet.onmicrosoft.com" userId="8ce824fd-3a4f-401a-95a0-acf75c1cc1af" providerId="ADAL" clId="{99E6E479-EF6C-4E3E-A254-3F477F99F19B}" dt="2026-04-13T17:43:18.368" v="1575" actId="14100"/>
          <ac:spMkLst>
            <pc:docMk/>
            <pc:sldMk cId="4063216720" sldId="263"/>
            <ac:spMk id="4" creationId="{00000000-0000-0000-0000-000000000000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08:51.549" v="9622" actId="1076"/>
          <ac:spMkLst>
            <pc:docMk/>
            <pc:sldMk cId="4063216720" sldId="263"/>
            <ac:spMk id="6" creationId="{9082654D-7295-098D-C163-09F55C9757A0}"/>
          </ac:spMkLst>
        </pc:spChg>
      </pc:sldChg>
      <pc:sldChg chg="modSp mod modShow">
        <pc:chgData name="dqrrkzkysm@goetheuniversitaet.onmicrosoft.com" userId="8ce824fd-3a4f-401a-95a0-acf75c1cc1af" providerId="ADAL" clId="{99E6E479-EF6C-4E3E-A254-3F477F99F19B}" dt="2026-05-05T17:03:28.881" v="10185" actId="729"/>
        <pc:sldMkLst>
          <pc:docMk/>
          <pc:sldMk cId="3674113705" sldId="287"/>
        </pc:sldMkLst>
        <pc:spChg chg="mod">
          <ac:chgData name="dqrrkzkysm@goetheuniversitaet.onmicrosoft.com" userId="8ce824fd-3a4f-401a-95a0-acf75c1cc1af" providerId="ADAL" clId="{99E6E479-EF6C-4E3E-A254-3F477F99F19B}" dt="2026-05-04T18:05:55.498" v="9433" actId="6549"/>
          <ac:spMkLst>
            <pc:docMk/>
            <pc:sldMk cId="3674113705" sldId="287"/>
            <ac:spMk id="3" creationId="{42B28261-2325-6E85-3737-E032F39B6191}"/>
          </ac:spMkLst>
        </pc:spChg>
        <pc:spChg chg="mod">
          <ac:chgData name="dqrrkzkysm@goetheuniversitaet.onmicrosoft.com" userId="8ce824fd-3a4f-401a-95a0-acf75c1cc1af" providerId="ADAL" clId="{99E6E479-EF6C-4E3E-A254-3F477F99F19B}" dt="2026-04-14T09:22:33.001" v="4138" actId="1076"/>
          <ac:spMkLst>
            <pc:docMk/>
            <pc:sldMk cId="3674113705" sldId="287"/>
            <ac:spMk id="5" creationId="{D6A1CC37-1259-12FA-D165-3F281655C955}"/>
          </ac:spMkLst>
        </pc:spChg>
      </pc:sldChg>
      <pc:sldChg chg="addSp delSp modSp add mod">
        <pc:chgData name="dqrrkzkysm@goetheuniversitaet.onmicrosoft.com" userId="8ce824fd-3a4f-401a-95a0-acf75c1cc1af" providerId="ADAL" clId="{99E6E479-EF6C-4E3E-A254-3F477F99F19B}" dt="2026-04-29T17:22:59.655" v="4867" actId="1076"/>
        <pc:sldMkLst>
          <pc:docMk/>
          <pc:sldMk cId="1307573411" sldId="295"/>
        </pc:sldMkLst>
        <pc:spChg chg="mod">
          <ac:chgData name="dqrrkzkysm@goetheuniversitaet.onmicrosoft.com" userId="8ce824fd-3a4f-401a-95a0-acf75c1cc1af" providerId="ADAL" clId="{99E6E479-EF6C-4E3E-A254-3F477F99F19B}" dt="2026-04-29T17:21:13.243" v="4840" actId="255"/>
          <ac:spMkLst>
            <pc:docMk/>
            <pc:sldMk cId="1307573411" sldId="295"/>
            <ac:spMk id="3" creationId="{6793A70A-71F3-A47C-822E-F2CF162B8637}"/>
          </ac:spMkLst>
        </pc:spChg>
        <pc:spChg chg="mod">
          <ac:chgData name="dqrrkzkysm@goetheuniversitaet.onmicrosoft.com" userId="8ce824fd-3a4f-401a-95a0-acf75c1cc1af" providerId="ADAL" clId="{99E6E479-EF6C-4E3E-A254-3F477F99F19B}" dt="2026-04-29T17:20:56.511" v="4838" actId="1076"/>
          <ac:spMkLst>
            <pc:docMk/>
            <pc:sldMk cId="1307573411" sldId="295"/>
            <ac:spMk id="5" creationId="{80529373-649A-A181-EEE4-82EE76C2472C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7:22:35.967" v="4863" actId="1076"/>
          <ac:spMkLst>
            <pc:docMk/>
            <pc:sldMk cId="1307573411" sldId="295"/>
            <ac:spMk id="6" creationId="{410A0FCB-15C6-2F89-FD50-D5B3697F2886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29T17:22:59.655" v="4867" actId="1076"/>
          <ac:picMkLst>
            <pc:docMk/>
            <pc:sldMk cId="1307573411" sldId="295"/>
            <ac:picMk id="2" creationId="{2F157328-B414-9501-5CD6-36C8D2F6A7D6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5-05T18:09:58.060" v="10430" actId="20577"/>
        <pc:sldMkLst>
          <pc:docMk/>
          <pc:sldMk cId="1648750472" sldId="296"/>
        </pc:sldMkLst>
        <pc:spChg chg="del mod">
          <ac:chgData name="dqrrkzkysm@goetheuniversitaet.onmicrosoft.com" userId="8ce824fd-3a4f-401a-95a0-acf75c1cc1af" providerId="ADAL" clId="{99E6E479-EF6C-4E3E-A254-3F477F99F19B}" dt="2026-05-05T15:05:22.125" v="9613" actId="478"/>
          <ac:spMkLst>
            <pc:docMk/>
            <pc:sldMk cId="1648750472" sldId="296"/>
            <ac:spMk id="2" creationId="{19517CED-BC62-146D-16CF-1FE31D331027}"/>
          </ac:spMkLst>
        </pc:spChg>
        <pc:spChg chg="mod">
          <ac:chgData name="dqrrkzkysm@goetheuniversitaet.onmicrosoft.com" userId="8ce824fd-3a4f-401a-95a0-acf75c1cc1af" providerId="ADAL" clId="{99E6E479-EF6C-4E3E-A254-3F477F99F19B}" dt="2026-05-05T15:05:54.770" v="9616" actId="1076"/>
          <ac:spMkLst>
            <pc:docMk/>
            <pc:sldMk cId="1648750472" sldId="296"/>
            <ac:spMk id="3" creationId="{DD31D716-6094-5876-4749-7F9149B8B20B}"/>
          </ac:spMkLst>
        </pc:spChg>
        <pc:spChg chg="mod">
          <ac:chgData name="dqrrkzkysm@goetheuniversitaet.onmicrosoft.com" userId="8ce824fd-3a4f-401a-95a0-acf75c1cc1af" providerId="ADAL" clId="{99E6E479-EF6C-4E3E-A254-3F477F99F19B}" dt="2026-04-13T18:23:46.447" v="2001" actId="20577"/>
          <ac:spMkLst>
            <pc:docMk/>
            <pc:sldMk cId="1648750472" sldId="296"/>
            <ac:spMk id="5" creationId="{F1A7C11B-0ACC-2D62-C9F2-1B5E262924E6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8:09:58.060" v="10430" actId="20577"/>
          <ac:spMkLst>
            <pc:docMk/>
            <pc:sldMk cId="1648750472" sldId="296"/>
            <ac:spMk id="6" creationId="{B831FAA0-BB83-9CF4-8FC7-7F8964A67575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3:37:28.061" v="9610" actId="478"/>
          <ac:spMkLst>
            <pc:docMk/>
            <pc:sldMk cId="1648750472" sldId="296"/>
            <ac:spMk id="7" creationId="{F9467D98-14E2-4153-8A27-EB1FA7F394BC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3:37:26.286" v="9609" actId="478"/>
          <ac:spMkLst>
            <pc:docMk/>
            <pc:sldMk cId="1648750472" sldId="296"/>
            <ac:spMk id="9" creationId="{9C695F5E-F5D5-9CC1-C757-AF0C419B54F8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5:05:26.594" v="9614" actId="478"/>
          <ac:spMkLst>
            <pc:docMk/>
            <pc:sldMk cId="1648750472" sldId="296"/>
            <ac:spMk id="10" creationId="{BB8CF684-A27D-9203-2850-09C5C29E0DE6}"/>
          </ac:spMkLst>
        </pc:spChg>
      </pc:sldChg>
      <pc:sldChg chg="addSp delSp modSp add mod">
        <pc:chgData name="dqrrkzkysm@goetheuniversitaet.onmicrosoft.com" userId="8ce824fd-3a4f-401a-95a0-acf75c1cc1af" providerId="ADAL" clId="{99E6E479-EF6C-4E3E-A254-3F477F99F19B}" dt="2026-05-05T18:29:23.956" v="10459" actId="6549"/>
        <pc:sldMkLst>
          <pc:docMk/>
          <pc:sldMk cId="1831699015" sldId="297"/>
        </pc:sldMkLst>
        <pc:spChg chg="mod">
          <ac:chgData name="dqrrkzkysm@goetheuniversitaet.onmicrosoft.com" userId="8ce824fd-3a4f-401a-95a0-acf75c1cc1af" providerId="ADAL" clId="{99E6E479-EF6C-4E3E-A254-3F477F99F19B}" dt="2026-05-05T18:29:23.956" v="10459" actId="6549"/>
          <ac:spMkLst>
            <pc:docMk/>
            <pc:sldMk cId="1831699015" sldId="297"/>
            <ac:spMk id="4" creationId="{C7F7CC33-B861-0129-6EA0-E3F10422D20F}"/>
          </ac:spMkLst>
        </pc:spChg>
        <pc:spChg chg="mod">
          <ac:chgData name="dqrrkzkysm@goetheuniversitaet.onmicrosoft.com" userId="8ce824fd-3a4f-401a-95a0-acf75c1cc1af" providerId="ADAL" clId="{99E6E479-EF6C-4E3E-A254-3F477F99F19B}" dt="2026-04-29T18:33:51.074" v="6442" actId="1076"/>
          <ac:spMkLst>
            <pc:docMk/>
            <pc:sldMk cId="1831699015" sldId="297"/>
            <ac:spMk id="5" creationId="{DBE5D252-D358-19A8-7224-00FEE64ECFDA}"/>
          </ac:spMkLst>
        </pc:spChg>
        <pc:picChg chg="add mod">
          <ac:chgData name="dqrrkzkysm@goetheuniversitaet.onmicrosoft.com" userId="8ce824fd-3a4f-401a-95a0-acf75c1cc1af" providerId="ADAL" clId="{99E6E479-EF6C-4E3E-A254-3F477F99F19B}" dt="2026-05-04T17:48:06.754" v="9379" actId="1076"/>
          <ac:picMkLst>
            <pc:docMk/>
            <pc:sldMk cId="1831699015" sldId="297"/>
            <ac:picMk id="3" creationId="{73625BD4-6EBD-B989-74AF-46DE3FB38163}"/>
          </ac:picMkLst>
        </pc:picChg>
        <pc:picChg chg="add mod modCrop">
          <ac:chgData name="dqrrkzkysm@goetheuniversitaet.onmicrosoft.com" userId="8ce824fd-3a4f-401a-95a0-acf75c1cc1af" providerId="ADAL" clId="{99E6E479-EF6C-4E3E-A254-3F477F99F19B}" dt="2026-04-30T15:06:43.390" v="7894" actId="1076"/>
          <ac:picMkLst>
            <pc:docMk/>
            <pc:sldMk cId="1831699015" sldId="297"/>
            <ac:picMk id="14" creationId="{1493DF73-F0D8-27B3-7A04-086773EB82AF}"/>
          </ac:picMkLst>
        </pc:picChg>
      </pc:sldChg>
      <pc:sldChg chg="addSp delSp modSp add mod ord">
        <pc:chgData name="dqrrkzkysm@goetheuniversitaet.onmicrosoft.com" userId="8ce824fd-3a4f-401a-95a0-acf75c1cc1af" providerId="ADAL" clId="{99E6E479-EF6C-4E3E-A254-3F477F99F19B}" dt="2026-05-05T15:21:48.897" v="9705" actId="1076"/>
        <pc:sldMkLst>
          <pc:docMk/>
          <pc:sldMk cId="2126385387" sldId="298"/>
        </pc:sldMkLst>
        <pc:spChg chg="mod">
          <ac:chgData name="dqrrkzkysm@goetheuniversitaet.onmicrosoft.com" userId="8ce824fd-3a4f-401a-95a0-acf75c1cc1af" providerId="ADAL" clId="{99E6E479-EF6C-4E3E-A254-3F477F99F19B}" dt="2026-04-14T09:14:36.715" v="4124" actId="1076"/>
          <ac:spMkLst>
            <pc:docMk/>
            <pc:sldMk cId="2126385387" sldId="298"/>
            <ac:spMk id="2" creationId="{46459415-C7C0-9280-3AF0-B3A7C58BD890}"/>
          </ac:spMkLst>
        </pc:spChg>
        <pc:spChg chg="mod">
          <ac:chgData name="dqrrkzkysm@goetheuniversitaet.onmicrosoft.com" userId="8ce824fd-3a4f-401a-95a0-acf75c1cc1af" providerId="ADAL" clId="{99E6E479-EF6C-4E3E-A254-3F477F99F19B}" dt="2026-04-29T18:47:34.748" v="6582" actId="20577"/>
          <ac:spMkLst>
            <pc:docMk/>
            <pc:sldMk cId="2126385387" sldId="298"/>
            <ac:spMk id="3" creationId="{4C767A49-3C3D-E94B-ECF9-9E6F43B9B1A0}"/>
          </ac:spMkLst>
        </pc:spChg>
        <pc:spChg chg="mod">
          <ac:chgData name="dqrrkzkysm@goetheuniversitaet.onmicrosoft.com" userId="8ce824fd-3a4f-401a-95a0-acf75c1cc1af" providerId="ADAL" clId="{99E6E479-EF6C-4E3E-A254-3F477F99F19B}" dt="2026-04-30T19:25:01.972" v="9174" actId="20577"/>
          <ac:spMkLst>
            <pc:docMk/>
            <pc:sldMk cId="2126385387" sldId="298"/>
            <ac:spMk id="5" creationId="{18263104-B1EE-9962-87BA-7B02213704CC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5:20:48.240" v="9669"/>
          <ac:spMkLst>
            <pc:docMk/>
            <pc:sldMk cId="2126385387" sldId="298"/>
            <ac:spMk id="6" creationId="{BE915F3C-2ECA-A515-D084-ED42226C33F5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21:07.365" v="9673" actId="1076"/>
          <ac:spMkLst>
            <pc:docMk/>
            <pc:sldMk cId="2126385387" sldId="298"/>
            <ac:spMk id="8" creationId="{A1774B00-F4F9-5B80-5762-E3AF27811DAA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21:48.897" v="9705" actId="1076"/>
          <ac:spMkLst>
            <pc:docMk/>
            <pc:sldMk cId="2126385387" sldId="298"/>
            <ac:spMk id="9" creationId="{54CAE813-E63D-2787-930D-6F885D701381}"/>
          </ac:spMkLst>
        </pc:spChg>
        <pc:picChg chg="add mod ord">
          <ac:chgData name="dqrrkzkysm@goetheuniversitaet.onmicrosoft.com" userId="8ce824fd-3a4f-401a-95a0-acf75c1cc1af" providerId="ADAL" clId="{99E6E479-EF6C-4E3E-A254-3F477F99F19B}" dt="2026-04-29T18:46:27.062" v="6575" actId="14100"/>
          <ac:picMkLst>
            <pc:docMk/>
            <pc:sldMk cId="2126385387" sldId="298"/>
            <ac:picMk id="7" creationId="{870A4257-4B6A-66D5-B5E3-7A6E873973BE}"/>
          </ac:picMkLst>
        </pc:picChg>
      </pc:sldChg>
      <pc:sldChg chg="addSp modSp add mod">
        <pc:chgData name="dqrrkzkysm@goetheuniversitaet.onmicrosoft.com" userId="8ce824fd-3a4f-401a-95a0-acf75c1cc1af" providerId="ADAL" clId="{99E6E479-EF6C-4E3E-A254-3F477F99F19B}" dt="2026-05-06T08:13:26.742" v="10485" actId="1076"/>
        <pc:sldMkLst>
          <pc:docMk/>
          <pc:sldMk cId="269660540" sldId="300"/>
        </pc:sldMkLst>
        <pc:spChg chg="mod">
          <ac:chgData name="dqrrkzkysm@goetheuniversitaet.onmicrosoft.com" userId="8ce824fd-3a4f-401a-95a0-acf75c1cc1af" providerId="ADAL" clId="{99E6E479-EF6C-4E3E-A254-3F477F99F19B}" dt="2026-05-06T08:13:22.055" v="10484" actId="1076"/>
          <ac:spMkLst>
            <pc:docMk/>
            <pc:sldMk cId="269660540" sldId="300"/>
            <ac:spMk id="3" creationId="{3D4223D5-8D66-F9FE-F857-D01D6FADA549}"/>
          </ac:spMkLst>
        </pc:spChg>
        <pc:spChg chg="mod">
          <ac:chgData name="dqrrkzkysm@goetheuniversitaet.onmicrosoft.com" userId="8ce824fd-3a4f-401a-95a0-acf75c1cc1af" providerId="ADAL" clId="{99E6E479-EF6C-4E3E-A254-3F477F99F19B}" dt="2026-04-13T18:32:28.435" v="2090" actId="20577"/>
          <ac:spMkLst>
            <pc:docMk/>
            <pc:sldMk cId="269660540" sldId="300"/>
            <ac:spMk id="5" creationId="{441F7D74-B3DA-8189-3A5F-4D1B3FE8436F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6T08:13:26.742" v="10485" actId="1076"/>
          <ac:spMkLst>
            <pc:docMk/>
            <pc:sldMk cId="269660540" sldId="300"/>
            <ac:spMk id="6" creationId="{9F6A1629-BD37-94D4-60CA-CC782A098BFB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8:37:41.219" v="6509" actId="1076"/>
          <ac:spMkLst>
            <pc:docMk/>
            <pc:sldMk cId="269660540" sldId="300"/>
            <ac:spMk id="7" creationId="{2FEFA684-2690-1C4B-1EAC-38A5486496F3}"/>
          </ac:spMkLst>
        </pc:spChg>
      </pc:sldChg>
      <pc:sldChg chg="delSp modSp add mod">
        <pc:chgData name="dqrrkzkysm@goetheuniversitaet.onmicrosoft.com" userId="8ce824fd-3a4f-401a-95a0-acf75c1cc1af" providerId="ADAL" clId="{99E6E479-EF6C-4E3E-A254-3F477F99F19B}" dt="2026-05-05T18:16:53.933" v="10455" actId="20577"/>
        <pc:sldMkLst>
          <pc:docMk/>
          <pc:sldMk cId="1028410942" sldId="302"/>
        </pc:sldMkLst>
        <pc:spChg chg="mod">
          <ac:chgData name="dqrrkzkysm@goetheuniversitaet.onmicrosoft.com" userId="8ce824fd-3a4f-401a-95a0-acf75c1cc1af" providerId="ADAL" clId="{99E6E479-EF6C-4E3E-A254-3F477F99F19B}" dt="2026-05-05T18:15:04.858" v="10435" actId="20577"/>
          <ac:spMkLst>
            <pc:docMk/>
            <pc:sldMk cId="1028410942" sldId="302"/>
            <ac:spMk id="2" creationId="{3164A079-962E-53BC-6846-F0A9A3445833}"/>
          </ac:spMkLst>
        </pc:spChg>
        <pc:spChg chg="mod">
          <ac:chgData name="dqrrkzkysm@goetheuniversitaet.onmicrosoft.com" userId="8ce824fd-3a4f-401a-95a0-acf75c1cc1af" providerId="ADAL" clId="{99E6E479-EF6C-4E3E-A254-3F477F99F19B}" dt="2026-04-29T17:39:46.957" v="4901" actId="20577"/>
          <ac:spMkLst>
            <pc:docMk/>
            <pc:sldMk cId="1028410942" sldId="302"/>
            <ac:spMk id="3" creationId="{10F34609-8C3F-444C-A7E8-F977AAD3B1BB}"/>
          </ac:spMkLst>
        </pc:spChg>
        <pc:spChg chg="mod">
          <ac:chgData name="dqrrkzkysm@goetheuniversitaet.onmicrosoft.com" userId="8ce824fd-3a4f-401a-95a0-acf75c1cc1af" providerId="ADAL" clId="{99E6E479-EF6C-4E3E-A254-3F477F99F19B}" dt="2026-05-05T18:16:53.933" v="10455" actId="20577"/>
          <ac:spMkLst>
            <pc:docMk/>
            <pc:sldMk cId="1028410942" sldId="302"/>
            <ac:spMk id="7" creationId="{103F411D-5A85-F2EB-ED21-AF6FFAF5AED3}"/>
          </ac:spMkLst>
        </pc:spChg>
      </pc:sldChg>
      <pc:sldChg chg="addSp delSp modSp add mod ord modShow">
        <pc:chgData name="dqrrkzkysm@goetheuniversitaet.onmicrosoft.com" userId="8ce824fd-3a4f-401a-95a0-acf75c1cc1af" providerId="ADAL" clId="{99E6E479-EF6C-4E3E-A254-3F477F99F19B}" dt="2026-05-04T18:05:44.482" v="9432" actId="729"/>
        <pc:sldMkLst>
          <pc:docMk/>
          <pc:sldMk cId="2773264035" sldId="303"/>
        </pc:sldMkLst>
        <pc:spChg chg="mod">
          <ac:chgData name="dqrrkzkysm@goetheuniversitaet.onmicrosoft.com" userId="8ce824fd-3a4f-401a-95a0-acf75c1cc1af" providerId="ADAL" clId="{99E6E479-EF6C-4E3E-A254-3F477F99F19B}" dt="2026-04-30T19:24:18.688" v="9161" actId="20577"/>
          <ac:spMkLst>
            <pc:docMk/>
            <pc:sldMk cId="2773264035" sldId="303"/>
            <ac:spMk id="5" creationId="{30A5F72F-B3AD-17C5-D40F-9111CA5FD416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29T18:36:39.394" v="6466" actId="1076"/>
          <ac:picMkLst>
            <pc:docMk/>
            <pc:sldMk cId="2773264035" sldId="303"/>
            <ac:picMk id="7" creationId="{EA9EA607-C494-134E-723A-2FF1884C52EC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5-05T08:06:31.816" v="9592" actId="1076"/>
        <pc:sldMkLst>
          <pc:docMk/>
          <pc:sldMk cId="2543721373" sldId="306"/>
        </pc:sldMkLst>
        <pc:spChg chg="mod">
          <ac:chgData name="dqrrkzkysm@goetheuniversitaet.onmicrosoft.com" userId="8ce824fd-3a4f-401a-95a0-acf75c1cc1af" providerId="ADAL" clId="{99E6E479-EF6C-4E3E-A254-3F477F99F19B}" dt="2026-05-05T08:06:21.398" v="9589" actId="1076"/>
          <ac:spMkLst>
            <pc:docMk/>
            <pc:sldMk cId="2543721373" sldId="306"/>
            <ac:spMk id="3" creationId="{6B6B9A9F-9471-AA07-226D-C8A5243C6662}"/>
          </ac:spMkLst>
        </pc:spChg>
        <pc:spChg chg="mod">
          <ac:chgData name="dqrrkzkysm@goetheuniversitaet.onmicrosoft.com" userId="8ce824fd-3a4f-401a-95a0-acf75c1cc1af" providerId="ADAL" clId="{99E6E479-EF6C-4E3E-A254-3F477F99F19B}" dt="2026-04-30T19:24:56.821" v="9173" actId="20577"/>
          <ac:spMkLst>
            <pc:docMk/>
            <pc:sldMk cId="2543721373" sldId="306"/>
            <ac:spMk id="5" creationId="{8DA09B80-1039-E632-41C1-F55A4BDB30D4}"/>
          </ac:spMkLst>
        </pc:spChg>
        <pc:picChg chg="add mod">
          <ac:chgData name="dqrrkzkysm@goetheuniversitaet.onmicrosoft.com" userId="8ce824fd-3a4f-401a-95a0-acf75c1cc1af" providerId="ADAL" clId="{99E6E479-EF6C-4E3E-A254-3F477F99F19B}" dt="2026-05-05T08:06:31.816" v="9592" actId="1076"/>
          <ac:picMkLst>
            <pc:docMk/>
            <pc:sldMk cId="2543721373" sldId="306"/>
            <ac:picMk id="12" creationId="{4CF79C32-1ABD-9AF3-C55A-5991657F27D8}"/>
          </ac:picMkLst>
        </pc:picChg>
      </pc:sldChg>
      <pc:sldChg chg="addSp delSp modSp add mod modShow">
        <pc:chgData name="dqrrkzkysm@goetheuniversitaet.onmicrosoft.com" userId="8ce824fd-3a4f-401a-95a0-acf75c1cc1af" providerId="ADAL" clId="{99E6E479-EF6C-4E3E-A254-3F477F99F19B}" dt="2026-05-04T16:21:21.222" v="9329" actId="729"/>
        <pc:sldMkLst>
          <pc:docMk/>
          <pc:sldMk cId="1697095945" sldId="307"/>
        </pc:sldMkLst>
        <pc:spChg chg="mod">
          <ac:chgData name="dqrrkzkysm@goetheuniversitaet.onmicrosoft.com" userId="8ce824fd-3a4f-401a-95a0-acf75c1cc1af" providerId="ADAL" clId="{99E6E479-EF6C-4E3E-A254-3F477F99F19B}" dt="2026-04-30T19:24:51.023" v="9171" actId="20577"/>
          <ac:spMkLst>
            <pc:docMk/>
            <pc:sldMk cId="1697095945" sldId="307"/>
            <ac:spMk id="5" creationId="{A888DB5E-7E2F-EE1C-7361-8054AD39826F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6:27:46.748" v="8172" actId="20577"/>
          <ac:spMkLst>
            <pc:docMk/>
            <pc:sldMk cId="1697095945" sldId="307"/>
            <ac:spMk id="19" creationId="{72A6B573-7D6E-F2BA-28C8-79ACEDE9CA04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9:07:33.361" v="7071" actId="1076"/>
          <ac:spMkLst>
            <pc:docMk/>
            <pc:sldMk cId="1697095945" sldId="307"/>
            <ac:spMk id="25" creationId="{433D3DE9-8C98-BBCC-C2A8-BB91962DCF48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9:07:46.946" v="7075" actId="20577"/>
          <ac:spMkLst>
            <pc:docMk/>
            <pc:sldMk cId="1697095945" sldId="307"/>
            <ac:spMk id="26" creationId="{1132A770-802C-9E5B-85BD-5622031B9B12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9:07:36.905" v="7072" actId="20577"/>
          <ac:spMkLst>
            <pc:docMk/>
            <pc:sldMk cId="1697095945" sldId="307"/>
            <ac:spMk id="27" creationId="{95219EF3-FCA3-FD82-405E-D2C48A16268A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9:07:41.147" v="7073" actId="20577"/>
          <ac:spMkLst>
            <pc:docMk/>
            <pc:sldMk cId="1697095945" sldId="307"/>
            <ac:spMk id="28" creationId="{41E3CC61-1685-659D-3658-E319B7375E58}"/>
          </ac:spMkLst>
        </pc:spChg>
        <pc:spChg chg="add mod">
          <ac:chgData name="dqrrkzkysm@goetheuniversitaet.onmicrosoft.com" userId="8ce824fd-3a4f-401a-95a0-acf75c1cc1af" providerId="ADAL" clId="{99E6E479-EF6C-4E3E-A254-3F477F99F19B}" dt="2026-04-29T19:07:57.946" v="7081" actId="20577"/>
          <ac:spMkLst>
            <pc:docMk/>
            <pc:sldMk cId="1697095945" sldId="307"/>
            <ac:spMk id="29" creationId="{2FA26DA9-D21C-C13B-6CD8-31FD73A695EB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29T19:09:26.240" v="7098" actId="14100"/>
          <ac:picMkLst>
            <pc:docMk/>
            <pc:sldMk cId="1697095945" sldId="307"/>
            <ac:picMk id="20" creationId="{40F42217-9188-9CEE-33C3-8744FFDDAC9C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4-29T19:09:23.261" v="7097" actId="14100"/>
          <ac:picMkLst>
            <pc:docMk/>
            <pc:sldMk cId="1697095945" sldId="307"/>
            <ac:picMk id="21" creationId="{A8AB6600-EA1F-5DB5-65E0-E42AB5E33040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4-29T19:09:41.286" v="7102" actId="14100"/>
          <ac:picMkLst>
            <pc:docMk/>
            <pc:sldMk cId="1697095945" sldId="307"/>
            <ac:picMk id="22" creationId="{B0A0DCC1-3C1F-5321-1B2F-FA54BA0ED494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4-29T19:09:20.058" v="7096" actId="14100"/>
          <ac:picMkLst>
            <pc:docMk/>
            <pc:sldMk cId="1697095945" sldId="307"/>
            <ac:picMk id="23" creationId="{0D377D9E-2F1B-4CE4-AD83-F2E714EB17BB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4-29T19:09:15.057" v="7095" actId="14100"/>
          <ac:picMkLst>
            <pc:docMk/>
            <pc:sldMk cId="1697095945" sldId="307"/>
            <ac:picMk id="24" creationId="{36D40122-37EC-41F5-A67E-B2FE233ABE47}"/>
          </ac:picMkLst>
        </pc:picChg>
      </pc:sldChg>
      <pc:sldChg chg="addSp delSp modSp add mod ord">
        <pc:chgData name="dqrrkzkysm@goetheuniversitaet.onmicrosoft.com" userId="8ce824fd-3a4f-401a-95a0-acf75c1cc1af" providerId="ADAL" clId="{99E6E479-EF6C-4E3E-A254-3F477F99F19B}" dt="2026-04-30T19:24:54.050" v="9172" actId="20577"/>
        <pc:sldMkLst>
          <pc:docMk/>
          <pc:sldMk cId="47920074" sldId="308"/>
        </pc:sldMkLst>
        <pc:spChg chg="add mod">
          <ac:chgData name="dqrrkzkysm@goetheuniversitaet.onmicrosoft.com" userId="8ce824fd-3a4f-401a-95a0-acf75c1cc1af" providerId="ADAL" clId="{99E6E479-EF6C-4E3E-A254-3F477F99F19B}" dt="2026-04-30T19:13:10.725" v="9160" actId="1076"/>
          <ac:spMkLst>
            <pc:docMk/>
            <pc:sldMk cId="47920074" sldId="308"/>
            <ac:spMk id="2" creationId="{4DF3706F-686C-71AC-1F99-E031BE6F16AC}"/>
          </ac:spMkLst>
        </pc:spChg>
        <pc:spChg chg="mod">
          <ac:chgData name="dqrrkzkysm@goetheuniversitaet.onmicrosoft.com" userId="8ce824fd-3a4f-401a-95a0-acf75c1cc1af" providerId="ADAL" clId="{99E6E479-EF6C-4E3E-A254-3F477F99F19B}" dt="2026-04-30T19:12:51.336" v="9159"/>
          <ac:spMkLst>
            <pc:docMk/>
            <pc:sldMk cId="47920074" sldId="308"/>
            <ac:spMk id="3" creationId="{B7DCD399-71FB-8318-C10A-3749A4116EA3}"/>
          </ac:spMkLst>
        </pc:spChg>
        <pc:spChg chg="mod">
          <ac:chgData name="dqrrkzkysm@goetheuniversitaet.onmicrosoft.com" userId="8ce824fd-3a4f-401a-95a0-acf75c1cc1af" providerId="ADAL" clId="{99E6E479-EF6C-4E3E-A254-3F477F99F19B}" dt="2026-04-30T19:24:54.050" v="9172" actId="20577"/>
          <ac:spMkLst>
            <pc:docMk/>
            <pc:sldMk cId="47920074" sldId="308"/>
            <ac:spMk id="5" creationId="{79A5DF86-2748-5686-0A6B-1E7CC5B7521B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9:13:10.725" v="9160" actId="1076"/>
          <ac:spMkLst>
            <pc:docMk/>
            <pc:sldMk cId="47920074" sldId="308"/>
            <ac:spMk id="11" creationId="{7C31C48B-E921-34E8-4B78-C0A69EE7405A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9:13:10.725" v="9160" actId="1076"/>
          <ac:spMkLst>
            <pc:docMk/>
            <pc:sldMk cId="47920074" sldId="308"/>
            <ac:spMk id="12" creationId="{8F442F9E-5D85-A8C8-42D2-F84F518C284C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9:13:10.725" v="9160" actId="1076"/>
          <ac:spMkLst>
            <pc:docMk/>
            <pc:sldMk cId="47920074" sldId="308"/>
            <ac:spMk id="13" creationId="{6E5A39F8-04AA-C243-E54A-DC24F22B104B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9:13:10.725" v="9160" actId="1076"/>
          <ac:spMkLst>
            <pc:docMk/>
            <pc:sldMk cId="47920074" sldId="308"/>
            <ac:spMk id="15" creationId="{7F5D5A07-A1E4-1B0A-3D2B-A26C93EED8FD}"/>
          </ac:spMkLst>
        </pc:spChg>
        <pc:spChg chg="add mod">
          <ac:chgData name="dqrrkzkysm@goetheuniversitaet.onmicrosoft.com" userId="8ce824fd-3a4f-401a-95a0-acf75c1cc1af" providerId="ADAL" clId="{99E6E479-EF6C-4E3E-A254-3F477F99F19B}" dt="2026-04-30T19:12:40.095" v="9157" actId="21"/>
          <ac:spMkLst>
            <pc:docMk/>
            <pc:sldMk cId="47920074" sldId="308"/>
            <ac:spMk id="16" creationId="{17FE3D82-5D6B-B321-B016-B44326827112}"/>
          </ac:spMkLst>
        </pc:spChg>
        <pc:picChg chg="mod">
          <ac:chgData name="dqrrkzkysm@goetheuniversitaet.onmicrosoft.com" userId="8ce824fd-3a4f-401a-95a0-acf75c1cc1af" providerId="ADAL" clId="{99E6E479-EF6C-4E3E-A254-3F477F99F19B}" dt="2026-04-30T19:13:10.725" v="9160" actId="1076"/>
          <ac:picMkLst>
            <pc:docMk/>
            <pc:sldMk cId="47920074" sldId="308"/>
            <ac:picMk id="6" creationId="{975AAFEF-89AD-CAB5-F2FA-C481ECF1DF86}"/>
          </ac:picMkLst>
        </pc:picChg>
        <pc:picChg chg="mod">
          <ac:chgData name="dqrrkzkysm@goetheuniversitaet.onmicrosoft.com" userId="8ce824fd-3a4f-401a-95a0-acf75c1cc1af" providerId="ADAL" clId="{99E6E479-EF6C-4E3E-A254-3F477F99F19B}" dt="2026-04-30T19:13:10.725" v="9160" actId="1076"/>
          <ac:picMkLst>
            <pc:docMk/>
            <pc:sldMk cId="47920074" sldId="308"/>
            <ac:picMk id="7" creationId="{D132C690-C3DF-B841-83AC-721C3ED7640B}"/>
          </ac:picMkLst>
        </pc:picChg>
        <pc:picChg chg="mod">
          <ac:chgData name="dqrrkzkysm@goetheuniversitaet.onmicrosoft.com" userId="8ce824fd-3a4f-401a-95a0-acf75c1cc1af" providerId="ADAL" clId="{99E6E479-EF6C-4E3E-A254-3F477F99F19B}" dt="2026-04-30T19:13:10.725" v="9160" actId="1076"/>
          <ac:picMkLst>
            <pc:docMk/>
            <pc:sldMk cId="47920074" sldId="308"/>
            <ac:picMk id="8" creationId="{58003C2E-DEF2-D2CD-81B5-98BBF8469996}"/>
          </ac:picMkLst>
        </pc:picChg>
        <pc:picChg chg="mod">
          <ac:chgData name="dqrrkzkysm@goetheuniversitaet.onmicrosoft.com" userId="8ce824fd-3a4f-401a-95a0-acf75c1cc1af" providerId="ADAL" clId="{99E6E479-EF6C-4E3E-A254-3F477F99F19B}" dt="2026-04-30T19:13:10.725" v="9160" actId="1076"/>
          <ac:picMkLst>
            <pc:docMk/>
            <pc:sldMk cId="47920074" sldId="308"/>
            <ac:picMk id="9" creationId="{E19D95B3-1219-1BA9-011B-1D5A54C5D4EB}"/>
          </ac:picMkLst>
        </pc:picChg>
        <pc:picChg chg="mod">
          <ac:chgData name="dqrrkzkysm@goetheuniversitaet.onmicrosoft.com" userId="8ce824fd-3a4f-401a-95a0-acf75c1cc1af" providerId="ADAL" clId="{99E6E479-EF6C-4E3E-A254-3F477F99F19B}" dt="2026-04-30T19:13:10.725" v="9160" actId="1076"/>
          <ac:picMkLst>
            <pc:docMk/>
            <pc:sldMk cId="47920074" sldId="308"/>
            <ac:picMk id="10" creationId="{10568F83-E575-F104-A071-11787679051B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4-30T19:24:45.531" v="9169" actId="20577"/>
        <pc:sldMkLst>
          <pc:docMk/>
          <pc:sldMk cId="819796797" sldId="309"/>
        </pc:sldMkLst>
        <pc:spChg chg="mod">
          <ac:chgData name="dqrrkzkysm@goetheuniversitaet.onmicrosoft.com" userId="8ce824fd-3a4f-401a-95a0-acf75c1cc1af" providerId="ADAL" clId="{99E6E479-EF6C-4E3E-A254-3F477F99F19B}" dt="2026-04-30T19:24:45.531" v="9169" actId="20577"/>
          <ac:spMkLst>
            <pc:docMk/>
            <pc:sldMk cId="819796797" sldId="309"/>
            <ac:spMk id="5" creationId="{8A7B2974-4F50-7665-D2B1-C3BC87DD5990}"/>
          </ac:spMkLst>
        </pc:spChg>
        <pc:spChg chg="mod">
          <ac:chgData name="dqrrkzkysm@goetheuniversitaet.onmicrosoft.com" userId="8ce824fd-3a4f-401a-95a0-acf75c1cc1af" providerId="ADAL" clId="{99E6E479-EF6C-4E3E-A254-3F477F99F19B}" dt="2026-04-30T16:27:34.650" v="8167" actId="20577"/>
          <ac:spMkLst>
            <pc:docMk/>
            <pc:sldMk cId="819796797" sldId="309"/>
            <ac:spMk id="19" creationId="{3BB642CE-58C3-6FDE-0C9E-9667A5F78F88}"/>
          </ac:spMkLst>
        </pc:spChg>
        <pc:spChg chg="mod">
          <ac:chgData name="dqrrkzkysm@goetheuniversitaet.onmicrosoft.com" userId="8ce824fd-3a4f-401a-95a0-acf75c1cc1af" providerId="ADAL" clId="{99E6E479-EF6C-4E3E-A254-3F477F99F19B}" dt="2026-04-29T19:13:42.401" v="7143" actId="1076"/>
          <ac:spMkLst>
            <pc:docMk/>
            <pc:sldMk cId="819796797" sldId="309"/>
            <ac:spMk id="25" creationId="{83851C5C-B62C-045F-83D8-53DA781161B1}"/>
          </ac:spMkLst>
        </pc:spChg>
        <pc:spChg chg="mod">
          <ac:chgData name="dqrrkzkysm@goetheuniversitaet.onmicrosoft.com" userId="8ce824fd-3a4f-401a-95a0-acf75c1cc1af" providerId="ADAL" clId="{99E6E479-EF6C-4E3E-A254-3F477F99F19B}" dt="2026-04-29T19:13:10.989" v="7135" actId="1076"/>
          <ac:spMkLst>
            <pc:docMk/>
            <pc:sldMk cId="819796797" sldId="309"/>
            <ac:spMk id="26" creationId="{6165DFDE-3DB6-D254-F495-4DA4D6CE0255}"/>
          </ac:spMkLst>
        </pc:spChg>
        <pc:spChg chg="mod">
          <ac:chgData name="dqrrkzkysm@goetheuniversitaet.onmicrosoft.com" userId="8ce824fd-3a4f-401a-95a0-acf75c1cc1af" providerId="ADAL" clId="{99E6E479-EF6C-4E3E-A254-3F477F99F19B}" dt="2026-04-29T19:13:39.276" v="7142" actId="1076"/>
          <ac:spMkLst>
            <pc:docMk/>
            <pc:sldMk cId="819796797" sldId="309"/>
            <ac:spMk id="27" creationId="{C63132E7-84DD-4ED4-B1D3-81ABC1BDEF22}"/>
          </ac:spMkLst>
        </pc:spChg>
        <pc:spChg chg="mod">
          <ac:chgData name="dqrrkzkysm@goetheuniversitaet.onmicrosoft.com" userId="8ce824fd-3a4f-401a-95a0-acf75c1cc1af" providerId="ADAL" clId="{99E6E479-EF6C-4E3E-A254-3F477F99F19B}" dt="2026-04-29T19:13:35.913" v="7141" actId="1076"/>
          <ac:spMkLst>
            <pc:docMk/>
            <pc:sldMk cId="819796797" sldId="309"/>
            <ac:spMk id="28" creationId="{0BAEBD6C-9A7D-E9A8-0A5A-E22557CDB796}"/>
          </ac:spMkLst>
        </pc:spChg>
        <pc:spChg chg="mod">
          <ac:chgData name="dqrrkzkysm@goetheuniversitaet.onmicrosoft.com" userId="8ce824fd-3a4f-401a-95a0-acf75c1cc1af" providerId="ADAL" clId="{99E6E479-EF6C-4E3E-A254-3F477F99F19B}" dt="2026-04-29T19:13:06.692" v="7134" actId="1076"/>
          <ac:spMkLst>
            <pc:docMk/>
            <pc:sldMk cId="819796797" sldId="309"/>
            <ac:spMk id="29" creationId="{A3AA117A-6699-9066-D94B-95918C8813FB}"/>
          </ac:spMkLst>
        </pc:spChg>
        <pc:picChg chg="add mod ord">
          <ac:chgData name="dqrrkzkysm@goetheuniversitaet.onmicrosoft.com" userId="8ce824fd-3a4f-401a-95a0-acf75c1cc1af" providerId="ADAL" clId="{99E6E479-EF6C-4E3E-A254-3F477F99F19B}" dt="2026-04-29T19:13:27.026" v="7140" actId="167"/>
          <ac:picMkLst>
            <pc:docMk/>
            <pc:sldMk cId="819796797" sldId="309"/>
            <ac:picMk id="2" creationId="{B041F249-A702-AA40-9B98-9E9599342A73}"/>
          </ac:picMkLst>
        </pc:picChg>
        <pc:picChg chg="add mod ord">
          <ac:chgData name="dqrrkzkysm@goetheuniversitaet.onmicrosoft.com" userId="8ce824fd-3a4f-401a-95a0-acf75c1cc1af" providerId="ADAL" clId="{99E6E479-EF6C-4E3E-A254-3F477F99F19B}" dt="2026-04-29T19:13:25.647" v="7139" actId="167"/>
          <ac:picMkLst>
            <pc:docMk/>
            <pc:sldMk cId="819796797" sldId="309"/>
            <ac:picMk id="3" creationId="{E907E351-4D8E-1540-8327-AA78BDFECEDB}"/>
          </ac:picMkLst>
        </pc:picChg>
        <pc:picChg chg="add mod ord">
          <ac:chgData name="dqrrkzkysm@goetheuniversitaet.onmicrosoft.com" userId="8ce824fd-3a4f-401a-95a0-acf75c1cc1af" providerId="ADAL" clId="{99E6E479-EF6C-4E3E-A254-3F477F99F19B}" dt="2026-04-29T19:13:13.046" v="7137" actId="1076"/>
          <ac:picMkLst>
            <pc:docMk/>
            <pc:sldMk cId="819796797" sldId="309"/>
            <ac:picMk id="6" creationId="{7C636CBD-A49C-F09B-5938-880108E835FE}"/>
          </ac:picMkLst>
        </pc:picChg>
        <pc:picChg chg="add mod ord">
          <ac:chgData name="dqrrkzkysm@goetheuniversitaet.onmicrosoft.com" userId="8ce824fd-3a4f-401a-95a0-acf75c1cc1af" providerId="ADAL" clId="{99E6E479-EF6C-4E3E-A254-3F477F99F19B}" dt="2026-04-29T19:13:23.855" v="7138" actId="167"/>
          <ac:picMkLst>
            <pc:docMk/>
            <pc:sldMk cId="819796797" sldId="309"/>
            <ac:picMk id="7" creationId="{033B41D1-23C2-4082-981A-7B5199594333}"/>
          </ac:picMkLst>
        </pc:picChg>
        <pc:picChg chg="add mod ord">
          <ac:chgData name="dqrrkzkysm@goetheuniversitaet.onmicrosoft.com" userId="8ce824fd-3a4f-401a-95a0-acf75c1cc1af" providerId="ADAL" clId="{99E6E479-EF6C-4E3E-A254-3F477F99F19B}" dt="2026-04-29T19:13:01.654" v="7133" actId="1076"/>
          <ac:picMkLst>
            <pc:docMk/>
            <pc:sldMk cId="819796797" sldId="309"/>
            <ac:picMk id="8" creationId="{D5418734-16E5-4CEA-8BF8-E2A2F23F1B7B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4-30T19:24:47.848" v="9170" actId="20577"/>
        <pc:sldMkLst>
          <pc:docMk/>
          <pc:sldMk cId="1207961712" sldId="310"/>
        </pc:sldMkLst>
        <pc:spChg chg="mod">
          <ac:chgData name="dqrrkzkysm@goetheuniversitaet.onmicrosoft.com" userId="8ce824fd-3a4f-401a-95a0-acf75c1cc1af" providerId="ADAL" clId="{99E6E479-EF6C-4E3E-A254-3F477F99F19B}" dt="2026-04-30T19:24:47.848" v="9170" actId="20577"/>
          <ac:spMkLst>
            <pc:docMk/>
            <pc:sldMk cId="1207961712" sldId="310"/>
            <ac:spMk id="5" creationId="{08DFF53E-8F01-7B2E-A604-D45E979DEF01}"/>
          </ac:spMkLst>
        </pc:spChg>
        <pc:spChg chg="mod">
          <ac:chgData name="dqrrkzkysm@goetheuniversitaet.onmicrosoft.com" userId="8ce824fd-3a4f-401a-95a0-acf75c1cc1af" providerId="ADAL" clId="{99E6E479-EF6C-4E3E-A254-3F477F99F19B}" dt="2026-04-30T16:29:06.972" v="8246" actId="20577"/>
          <ac:spMkLst>
            <pc:docMk/>
            <pc:sldMk cId="1207961712" sldId="310"/>
            <ac:spMk id="19" creationId="{16724943-6DEE-90A3-3784-28E0D2E6D095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30T14:27:56.483" v="7349" actId="1076"/>
          <ac:picMkLst>
            <pc:docMk/>
            <pc:sldMk cId="1207961712" sldId="310"/>
            <ac:picMk id="3" creationId="{9736923C-7996-F69C-A592-312B4A1C8290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5-05T16:17:13.403" v="10165" actId="20577"/>
        <pc:sldMkLst>
          <pc:docMk/>
          <pc:sldMk cId="3899060886" sldId="311"/>
        </pc:sldMkLst>
        <pc:spChg chg="add del mod">
          <ac:chgData name="dqrrkzkysm@goetheuniversitaet.onmicrosoft.com" userId="8ce824fd-3a4f-401a-95a0-acf75c1cc1af" providerId="ADAL" clId="{99E6E479-EF6C-4E3E-A254-3F477F99F19B}" dt="2026-05-05T15:43:15.404" v="9814" actId="478"/>
          <ac:spMkLst>
            <pc:docMk/>
            <pc:sldMk cId="3899060886" sldId="311"/>
            <ac:spMk id="3" creationId="{4DF9924B-76DD-A600-089F-D3FA8F8627FE}"/>
          </ac:spMkLst>
        </pc:spChg>
        <pc:spChg chg="mod">
          <ac:chgData name="dqrrkzkysm@goetheuniversitaet.onmicrosoft.com" userId="8ce824fd-3a4f-401a-95a0-acf75c1cc1af" providerId="ADAL" clId="{99E6E479-EF6C-4E3E-A254-3F477F99F19B}" dt="2026-04-30T19:24:40.891" v="9168" actId="20577"/>
          <ac:spMkLst>
            <pc:docMk/>
            <pc:sldMk cId="3899060886" sldId="311"/>
            <ac:spMk id="5" creationId="{B8215571-F101-A972-291C-A0FF62DFA621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47:06.538" v="9860" actId="1076"/>
          <ac:spMkLst>
            <pc:docMk/>
            <pc:sldMk cId="3899060886" sldId="311"/>
            <ac:spMk id="6" creationId="{93D43485-6957-D1FA-35B2-EC5EB900E7DC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4:14.555" v="9990" actId="1076"/>
          <ac:spMkLst>
            <pc:docMk/>
            <pc:sldMk cId="3899060886" sldId="311"/>
            <ac:spMk id="8" creationId="{16D4A559-BF50-DE3C-B013-F2447D1B8B0B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2:42.961" v="9974" actId="1076"/>
          <ac:spMkLst>
            <pc:docMk/>
            <pc:sldMk cId="3899060886" sldId="311"/>
            <ac:spMk id="9" creationId="{9DC9755D-7FFA-E6B9-A329-B172CEA815E4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2:47.865" v="9975" actId="1076"/>
          <ac:spMkLst>
            <pc:docMk/>
            <pc:sldMk cId="3899060886" sldId="311"/>
            <ac:spMk id="10" creationId="{6D96E127-7C6B-16FE-9F70-779F0E0ACE87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1:40.399" v="9955" actId="1076"/>
          <ac:spMkLst>
            <pc:docMk/>
            <pc:sldMk cId="3899060886" sldId="311"/>
            <ac:spMk id="11" creationId="{0CBFD0AF-2794-5D0E-E151-D22021664CB6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2:24.925" v="9971" actId="1076"/>
          <ac:spMkLst>
            <pc:docMk/>
            <pc:sldMk cId="3899060886" sldId="311"/>
            <ac:spMk id="14" creationId="{BBA58A80-7661-6763-A666-5113C8370631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5:53:29.500" v="9988" actId="1076"/>
          <ac:spMkLst>
            <pc:docMk/>
            <pc:sldMk cId="3899060886" sldId="311"/>
            <ac:spMk id="15" creationId="{E8738AA5-AAE0-E5E8-591F-D371C7728C72}"/>
          </ac:spMkLst>
        </pc:spChg>
        <pc:spChg chg="mod">
          <ac:chgData name="dqrrkzkysm@goetheuniversitaet.onmicrosoft.com" userId="8ce824fd-3a4f-401a-95a0-acf75c1cc1af" providerId="ADAL" clId="{99E6E479-EF6C-4E3E-A254-3F477F99F19B}" dt="2026-05-05T16:17:13.403" v="10165" actId="20577"/>
          <ac:spMkLst>
            <pc:docMk/>
            <pc:sldMk cId="3899060886" sldId="311"/>
            <ac:spMk id="19" creationId="{7A5BD417-6193-3E32-5BED-251D92228D75}"/>
          </ac:spMkLst>
        </pc:spChg>
        <pc:picChg chg="add del mod">
          <ac:chgData name="dqrrkzkysm@goetheuniversitaet.onmicrosoft.com" userId="8ce824fd-3a4f-401a-95a0-acf75c1cc1af" providerId="ADAL" clId="{99E6E479-EF6C-4E3E-A254-3F477F99F19B}" dt="2026-05-05T15:43:10.887" v="9813" actId="478"/>
          <ac:picMkLst>
            <pc:docMk/>
            <pc:sldMk cId="3899060886" sldId="311"/>
            <ac:picMk id="2" creationId="{9D0455FD-DC53-E816-6963-D074B9E4DEEA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2:37.420" v="9973" actId="1076"/>
          <ac:picMkLst>
            <pc:docMk/>
            <pc:sldMk cId="3899060886" sldId="311"/>
            <ac:picMk id="7" creationId="{2DB4C45E-20EC-1610-22B6-7D91F642D9D8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1:31.315" v="9953" actId="1076"/>
          <ac:picMkLst>
            <pc:docMk/>
            <pc:sldMk cId="3899060886" sldId="311"/>
            <ac:picMk id="12" creationId="{0F9619AB-DD80-6F2C-39DB-761E9A6F3A76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2:31.415" v="9972" actId="1076"/>
          <ac:picMkLst>
            <pc:docMk/>
            <pc:sldMk cId="3899060886" sldId="311"/>
            <ac:picMk id="13" creationId="{A8EC9EE1-2477-47B9-73C8-37C10514B3BA}"/>
          </ac:picMkLst>
        </pc:picChg>
      </pc:sldChg>
      <pc:sldChg chg="addSp delSp modSp add mod ord">
        <pc:chgData name="dqrrkzkysm@goetheuniversitaet.onmicrosoft.com" userId="8ce824fd-3a4f-401a-95a0-acf75c1cc1af" providerId="ADAL" clId="{99E6E479-EF6C-4E3E-A254-3F477F99F19B}" dt="2026-05-05T15:59:59.849" v="10030" actId="1076"/>
        <pc:sldMkLst>
          <pc:docMk/>
          <pc:sldMk cId="3011135757" sldId="312"/>
        </pc:sldMkLst>
        <pc:spChg chg="mod">
          <ac:chgData name="dqrrkzkysm@goetheuniversitaet.onmicrosoft.com" userId="8ce824fd-3a4f-401a-95a0-acf75c1cc1af" providerId="ADAL" clId="{99E6E479-EF6C-4E3E-A254-3F477F99F19B}" dt="2026-04-30T19:24:29.493" v="9164" actId="20577"/>
          <ac:spMkLst>
            <pc:docMk/>
            <pc:sldMk cId="3011135757" sldId="312"/>
            <ac:spMk id="5" creationId="{93E9E8AB-7E9B-8A76-72FA-B5ACBAFC22F4}"/>
          </ac:spMkLst>
        </pc:spChg>
        <pc:spChg chg="mod">
          <ac:chgData name="dqrrkzkysm@goetheuniversitaet.onmicrosoft.com" userId="8ce824fd-3a4f-401a-95a0-acf75c1cc1af" providerId="ADAL" clId="{99E6E479-EF6C-4E3E-A254-3F477F99F19B}" dt="2026-04-30T17:24:02.097" v="8341" actId="1076"/>
          <ac:spMkLst>
            <pc:docMk/>
            <pc:sldMk cId="3011135757" sldId="312"/>
            <ac:spMk id="19" creationId="{531EB7EB-CA29-1F42-CDDE-3D22064D66D5}"/>
          </ac:spMkLst>
        </pc:spChg>
        <pc:grpChg chg="add mod">
          <ac:chgData name="dqrrkzkysm@goetheuniversitaet.onmicrosoft.com" userId="8ce824fd-3a4f-401a-95a0-acf75c1cc1af" providerId="ADAL" clId="{99E6E479-EF6C-4E3E-A254-3F477F99F19B}" dt="2026-05-05T15:59:56.441" v="10029" actId="1076"/>
          <ac:grpSpMkLst>
            <pc:docMk/>
            <pc:sldMk cId="3011135757" sldId="312"/>
            <ac:grpSpMk id="2" creationId="{1CE602B9-7363-B674-A5F8-85FEEBB007ED}"/>
          </ac:grpSpMkLst>
        </pc:grpChg>
        <pc:picChg chg="mod">
          <ac:chgData name="dqrrkzkysm@goetheuniversitaet.onmicrosoft.com" userId="8ce824fd-3a4f-401a-95a0-acf75c1cc1af" providerId="ADAL" clId="{99E6E479-EF6C-4E3E-A254-3F477F99F19B}" dt="2026-05-05T15:57:26.796" v="10009"/>
          <ac:picMkLst>
            <pc:docMk/>
            <pc:sldMk cId="3011135757" sldId="312"/>
            <ac:picMk id="3" creationId="{D8BA2B0F-9B3C-9916-02FE-8E2C9B289D2F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9:24.613" v="10028" actId="1076"/>
          <ac:picMkLst>
            <pc:docMk/>
            <pc:sldMk cId="3011135757" sldId="312"/>
            <ac:picMk id="7" creationId="{9D2B2044-654D-7763-BA11-E6715ED6D24F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9:19.184" v="10027" actId="1076"/>
          <ac:picMkLst>
            <pc:docMk/>
            <pc:sldMk cId="3011135757" sldId="312"/>
            <ac:picMk id="9" creationId="{FC8F1FF8-20E9-2E46-2C65-3F1463C563D6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5:59:59.849" v="10030" actId="1076"/>
          <ac:picMkLst>
            <pc:docMk/>
            <pc:sldMk cId="3011135757" sldId="312"/>
            <ac:picMk id="12" creationId="{E54D8AF0-6E8A-4A4A-E418-8476597214BE}"/>
          </ac:picMkLst>
        </pc:picChg>
        <pc:cxnChg chg="mod">
          <ac:chgData name="dqrrkzkysm@goetheuniversitaet.onmicrosoft.com" userId="8ce824fd-3a4f-401a-95a0-acf75c1cc1af" providerId="ADAL" clId="{99E6E479-EF6C-4E3E-A254-3F477F99F19B}" dt="2026-05-05T15:57:26.796" v="10009"/>
          <ac:cxnSpMkLst>
            <pc:docMk/>
            <pc:sldMk cId="3011135757" sldId="312"/>
            <ac:cxnSpMk id="6" creationId="{C353D04D-D989-705C-177B-887E05855B0A}"/>
          </ac:cxnSpMkLst>
        </pc:cxnChg>
        <pc:cxnChg chg="mod">
          <ac:chgData name="dqrrkzkysm@goetheuniversitaet.onmicrosoft.com" userId="8ce824fd-3a4f-401a-95a0-acf75c1cc1af" providerId="ADAL" clId="{99E6E479-EF6C-4E3E-A254-3F477F99F19B}" dt="2026-05-05T15:57:26.796" v="10009"/>
          <ac:cxnSpMkLst>
            <pc:docMk/>
            <pc:sldMk cId="3011135757" sldId="312"/>
            <ac:cxnSpMk id="8" creationId="{9CDD548F-11F2-1E1B-5B45-B45A3FE030AF}"/>
          </ac:cxnSpMkLst>
        </pc:cxnChg>
        <pc:cxnChg chg="mod">
          <ac:chgData name="dqrrkzkysm@goetheuniversitaet.onmicrosoft.com" userId="8ce824fd-3a4f-401a-95a0-acf75c1cc1af" providerId="ADAL" clId="{99E6E479-EF6C-4E3E-A254-3F477F99F19B}" dt="2026-05-05T15:57:26.796" v="10009"/>
          <ac:cxnSpMkLst>
            <pc:docMk/>
            <pc:sldMk cId="3011135757" sldId="312"/>
            <ac:cxnSpMk id="10" creationId="{DC8E8262-5098-278F-27A5-559B22605A2D}"/>
          </ac:cxnSpMkLst>
        </pc:cxnChg>
        <pc:cxnChg chg="mod">
          <ac:chgData name="dqrrkzkysm@goetheuniversitaet.onmicrosoft.com" userId="8ce824fd-3a4f-401a-95a0-acf75c1cc1af" providerId="ADAL" clId="{99E6E479-EF6C-4E3E-A254-3F477F99F19B}" dt="2026-05-05T15:57:26.796" v="10009"/>
          <ac:cxnSpMkLst>
            <pc:docMk/>
            <pc:sldMk cId="3011135757" sldId="312"/>
            <ac:cxnSpMk id="11" creationId="{7BE01D6F-988C-FB57-ADF7-2FAD7B5B4251}"/>
          </ac:cxnSpMkLst>
        </pc:cxnChg>
      </pc:sldChg>
      <pc:sldChg chg="addSp delSp modSp add del mod">
        <pc:chgData name="dqrrkzkysm@goetheuniversitaet.onmicrosoft.com" userId="8ce824fd-3a4f-401a-95a0-acf75c1cc1af" providerId="ADAL" clId="{99E6E479-EF6C-4E3E-A254-3F477F99F19B}" dt="2026-05-05T15:48:23.425" v="9872" actId="2696"/>
        <pc:sldMkLst>
          <pc:docMk/>
          <pc:sldMk cId="3856754671" sldId="313"/>
        </pc:sldMkLst>
        <pc:spChg chg="add del mod">
          <ac:chgData name="dqrrkzkysm@goetheuniversitaet.onmicrosoft.com" userId="8ce824fd-3a4f-401a-95a0-acf75c1cc1af" providerId="ADAL" clId="{99E6E479-EF6C-4E3E-A254-3F477F99F19B}" dt="2026-05-05T15:34:56.235" v="9722" actId="478"/>
          <ac:spMkLst>
            <pc:docMk/>
            <pc:sldMk cId="3856754671" sldId="313"/>
            <ac:spMk id="8" creationId="{9A3F6C1E-241D-4A35-E3B7-4177ACDBD1AE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5:34:52.149" v="9719" actId="478"/>
          <ac:spMkLst>
            <pc:docMk/>
            <pc:sldMk cId="3856754671" sldId="313"/>
            <ac:spMk id="11" creationId="{6F1760B1-6ADE-227F-0710-C463333B84A8}"/>
          </ac:spMkLst>
        </pc:spChg>
        <pc:spChg chg="add del mod">
          <ac:chgData name="dqrrkzkysm@goetheuniversitaet.onmicrosoft.com" userId="8ce824fd-3a4f-401a-95a0-acf75c1cc1af" providerId="ADAL" clId="{99E6E479-EF6C-4E3E-A254-3F477F99F19B}" dt="2026-05-05T15:34:58.018" v="9723" actId="478"/>
          <ac:spMkLst>
            <pc:docMk/>
            <pc:sldMk cId="3856754671" sldId="313"/>
            <ac:spMk id="19" creationId="{F39AE380-4DA3-455C-F7F2-4F82D4439D1D}"/>
          </ac:spMkLst>
        </pc:spChg>
        <pc:picChg chg="add mod">
          <ac:chgData name="dqrrkzkysm@goetheuniversitaet.onmicrosoft.com" userId="8ce824fd-3a4f-401a-95a0-acf75c1cc1af" providerId="ADAL" clId="{99E6E479-EF6C-4E3E-A254-3F477F99F19B}" dt="2026-05-05T15:36:36.175" v="9735" actId="1076"/>
          <ac:picMkLst>
            <pc:docMk/>
            <pc:sldMk cId="3856754671" sldId="313"/>
            <ac:picMk id="2" creationId="{D75F5699-1D49-6FBA-926E-1394475919B2}"/>
          </ac:picMkLst>
        </pc:picChg>
        <pc:picChg chg="add mod modCrop">
          <ac:chgData name="dqrrkzkysm@goetheuniversitaet.onmicrosoft.com" userId="8ce824fd-3a4f-401a-95a0-acf75c1cc1af" providerId="ADAL" clId="{99E6E479-EF6C-4E3E-A254-3F477F99F19B}" dt="2026-05-05T15:36:38.586" v="9736" actId="1076"/>
          <ac:picMkLst>
            <pc:docMk/>
            <pc:sldMk cId="3856754671" sldId="313"/>
            <ac:picMk id="3" creationId="{3CCF7DED-6515-1563-0E90-CC5547A88FEE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5:34:54.242" v="9721" actId="478"/>
          <ac:picMkLst>
            <pc:docMk/>
            <pc:sldMk cId="3856754671" sldId="313"/>
            <ac:picMk id="6" creationId="{FFB2A3E3-03ED-3BA6-A4F8-D88D0FBC4EFD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5:43:21.082" v="9816" actId="21"/>
          <ac:picMkLst>
            <pc:docMk/>
            <pc:sldMk cId="3856754671" sldId="313"/>
            <ac:picMk id="7" creationId="{2DB4C45E-20EC-1610-22B6-7D91F642D9D8}"/>
          </ac:picMkLst>
        </pc:picChg>
        <pc:picChg chg="add del mod ord">
          <ac:chgData name="dqrrkzkysm@goetheuniversitaet.onmicrosoft.com" userId="8ce824fd-3a4f-401a-95a0-acf75c1cc1af" providerId="ADAL" clId="{99E6E479-EF6C-4E3E-A254-3F477F99F19B}" dt="2026-05-05T15:34:53.608" v="9720" actId="478"/>
          <ac:picMkLst>
            <pc:docMk/>
            <pc:sldMk cId="3856754671" sldId="313"/>
            <ac:picMk id="10" creationId="{97B59317-F123-AB3F-EAC8-0402DD38CB46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5:43:21.082" v="9816" actId="21"/>
          <ac:picMkLst>
            <pc:docMk/>
            <pc:sldMk cId="3856754671" sldId="313"/>
            <ac:picMk id="12" creationId="{0F9619AB-DD80-6F2C-39DB-761E9A6F3A76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5:43:21.082" v="9816" actId="21"/>
          <ac:picMkLst>
            <pc:docMk/>
            <pc:sldMk cId="3856754671" sldId="313"/>
            <ac:picMk id="13" creationId="{A8EC9EE1-2477-47B9-73C8-37C10514B3BA}"/>
          </ac:picMkLst>
        </pc:picChg>
        <pc:cxnChg chg="add del mod">
          <ac:chgData name="dqrrkzkysm@goetheuniversitaet.onmicrosoft.com" userId="8ce824fd-3a4f-401a-95a0-acf75c1cc1af" providerId="ADAL" clId="{99E6E479-EF6C-4E3E-A254-3F477F99F19B}" dt="2026-05-05T15:36:46.825" v="9738" actId="478"/>
          <ac:cxnSpMkLst>
            <pc:docMk/>
            <pc:sldMk cId="3856754671" sldId="313"/>
            <ac:cxnSpMk id="9" creationId="{4535DCF2-5243-9C1E-D780-FFEBF060667A}"/>
          </ac:cxnSpMkLst>
        </pc:cxnChg>
      </pc:sldChg>
      <pc:sldChg chg="addSp delSp modSp add del mod modShow">
        <pc:chgData name="dqrrkzkysm@goetheuniversitaet.onmicrosoft.com" userId="8ce824fd-3a4f-401a-95a0-acf75c1cc1af" providerId="ADAL" clId="{99E6E479-EF6C-4E3E-A254-3F477F99F19B}" dt="2026-05-05T15:54:37.176" v="9991" actId="729"/>
        <pc:sldMkLst>
          <pc:docMk/>
          <pc:sldMk cId="4148227808" sldId="314"/>
        </pc:sldMkLst>
        <pc:spChg chg="mod">
          <ac:chgData name="dqrrkzkysm@goetheuniversitaet.onmicrosoft.com" userId="8ce824fd-3a4f-401a-95a0-acf75c1cc1af" providerId="ADAL" clId="{99E6E479-EF6C-4E3E-A254-3F477F99F19B}" dt="2026-04-30T19:24:32.469" v="9165" actId="20577"/>
          <ac:spMkLst>
            <pc:docMk/>
            <pc:sldMk cId="4148227808" sldId="314"/>
            <ac:spMk id="5" creationId="{4FDBB74C-20E5-D0ED-8A9A-E269FB225BEE}"/>
          </ac:spMkLst>
        </pc:spChg>
        <pc:spChg chg="mod">
          <ac:chgData name="dqrrkzkysm@goetheuniversitaet.onmicrosoft.com" userId="8ce824fd-3a4f-401a-95a0-acf75c1cc1af" providerId="ADAL" clId="{99E6E479-EF6C-4E3E-A254-3F477F99F19B}" dt="2026-04-30T18:04:01.517" v="8652" actId="113"/>
          <ac:spMkLst>
            <pc:docMk/>
            <pc:sldMk cId="4148227808" sldId="314"/>
            <ac:spMk id="19" creationId="{00622A01-3D59-7352-F532-4CB003D74FB5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30T15:13:45.818" v="8113" actId="14100"/>
          <ac:picMkLst>
            <pc:docMk/>
            <pc:sldMk cId="4148227808" sldId="314"/>
            <ac:picMk id="7" creationId="{8175E0CE-F235-7D75-21E3-A8B03E6E7334}"/>
          </ac:picMkLst>
        </pc:picChg>
      </pc:sldChg>
      <pc:sldChg chg="addSp delSp modSp add mod">
        <pc:chgData name="dqrrkzkysm@goetheuniversitaet.onmicrosoft.com" userId="8ce824fd-3a4f-401a-95a0-acf75c1cc1af" providerId="ADAL" clId="{99E6E479-EF6C-4E3E-A254-3F477F99F19B}" dt="2026-05-05T17:02:47.512" v="10184" actId="1076"/>
        <pc:sldMkLst>
          <pc:docMk/>
          <pc:sldMk cId="2715000487" sldId="315"/>
        </pc:sldMkLst>
        <pc:spChg chg="mod">
          <ac:chgData name="dqrrkzkysm@goetheuniversitaet.onmicrosoft.com" userId="8ce824fd-3a4f-401a-95a0-acf75c1cc1af" providerId="ADAL" clId="{99E6E479-EF6C-4E3E-A254-3F477F99F19B}" dt="2026-04-30T19:24:22.728" v="9162" actId="20577"/>
          <ac:spMkLst>
            <pc:docMk/>
            <pc:sldMk cId="2715000487" sldId="315"/>
            <ac:spMk id="5" creationId="{325F450F-566C-EEDC-2E23-17CA92D199F2}"/>
          </ac:spMkLst>
        </pc:spChg>
        <pc:spChg chg="mod">
          <ac:chgData name="dqrrkzkysm@goetheuniversitaet.onmicrosoft.com" userId="8ce824fd-3a4f-401a-95a0-acf75c1cc1af" providerId="ADAL" clId="{99E6E479-EF6C-4E3E-A254-3F477F99F19B}" dt="2026-05-05T09:39:28.006" v="9605" actId="1076"/>
          <ac:spMkLst>
            <pc:docMk/>
            <pc:sldMk cId="2715000487" sldId="315"/>
            <ac:spMk id="19" creationId="{BA29819E-744E-15BB-4DC5-A9A48E253182}"/>
          </ac:spMkLst>
        </pc:spChg>
        <pc:picChg chg="add del mod">
          <ac:chgData name="dqrrkzkysm@goetheuniversitaet.onmicrosoft.com" userId="8ce824fd-3a4f-401a-95a0-acf75c1cc1af" providerId="ADAL" clId="{99E6E479-EF6C-4E3E-A254-3F477F99F19B}" dt="2026-05-05T09:37:11.356" v="9596" actId="478"/>
          <ac:picMkLst>
            <pc:docMk/>
            <pc:sldMk cId="2715000487" sldId="315"/>
            <ac:picMk id="2" creationId="{7CF3344E-129D-DA59-086A-431D29284925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09:37:12.757" v="9598" actId="478"/>
          <ac:picMkLst>
            <pc:docMk/>
            <pc:sldMk cId="2715000487" sldId="315"/>
            <ac:picMk id="3" creationId="{BF570158-BBE9-141B-3AC7-34F30F427647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09:37:10.815" v="9595" actId="478"/>
          <ac:picMkLst>
            <pc:docMk/>
            <pc:sldMk cId="2715000487" sldId="315"/>
            <ac:picMk id="6" creationId="{6A3EF8F2-92A3-1B6E-F3BC-168075A1D17B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09:37:11.985" v="9597" actId="478"/>
          <ac:picMkLst>
            <pc:docMk/>
            <pc:sldMk cId="2715000487" sldId="315"/>
            <ac:picMk id="8" creationId="{F81AD988-84DA-A3F3-9391-293104B6F1CF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6:44:44.260" v="10166" actId="478"/>
          <ac:picMkLst>
            <pc:docMk/>
            <pc:sldMk cId="2715000487" sldId="315"/>
            <ac:picMk id="9" creationId="{FDA2F999-59A4-07F6-38CD-4EF3ADABED4C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6:47:32.592" v="10174" actId="478"/>
          <ac:picMkLst>
            <pc:docMk/>
            <pc:sldMk cId="2715000487" sldId="315"/>
            <ac:picMk id="11" creationId="{070136F9-E98D-1ADB-B8AC-56A8C930C40D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7:02:37.979" v="10180" actId="478"/>
          <ac:picMkLst>
            <pc:docMk/>
            <pc:sldMk cId="2715000487" sldId="315"/>
            <ac:picMk id="13" creationId="{07DE1534-99D4-78D6-2CA6-4B108732CEA9}"/>
          </ac:picMkLst>
        </pc:picChg>
        <pc:picChg chg="add del mod modCrop">
          <ac:chgData name="dqrrkzkysm@goetheuniversitaet.onmicrosoft.com" userId="8ce824fd-3a4f-401a-95a0-acf75c1cc1af" providerId="ADAL" clId="{99E6E479-EF6C-4E3E-A254-3F477F99F19B}" dt="2026-05-05T09:37:08.742" v="9593" actId="478"/>
          <ac:picMkLst>
            <pc:docMk/>
            <pc:sldMk cId="2715000487" sldId="315"/>
            <ac:picMk id="15" creationId="{D22D1F96-CAB3-2F2E-7E4C-05483BA646CB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7:02:47.512" v="10184" actId="1076"/>
          <ac:picMkLst>
            <pc:docMk/>
            <pc:sldMk cId="2715000487" sldId="315"/>
            <ac:picMk id="16" creationId="{151DDD1A-B204-8230-D695-FA9D8D46DF38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09:37:10.164" v="9594" actId="478"/>
          <ac:picMkLst>
            <pc:docMk/>
            <pc:sldMk cId="2715000487" sldId="315"/>
            <ac:picMk id="22" creationId="{EC752282-EC20-BB10-6E1A-0DACDBB7B407}"/>
          </ac:picMkLst>
        </pc:picChg>
      </pc:sldChg>
      <pc:sldChg chg="addSp delSp modSp add mod ord modShow">
        <pc:chgData name="dqrrkzkysm@goetheuniversitaet.onmicrosoft.com" userId="8ce824fd-3a4f-401a-95a0-acf75c1cc1af" providerId="ADAL" clId="{99E6E479-EF6C-4E3E-A254-3F477F99F19B}" dt="2026-05-05T15:56:20.163" v="10005" actId="729"/>
        <pc:sldMkLst>
          <pc:docMk/>
          <pc:sldMk cId="2319012077" sldId="316"/>
        </pc:sldMkLst>
        <pc:spChg chg="mod">
          <ac:chgData name="dqrrkzkysm@goetheuniversitaet.onmicrosoft.com" userId="8ce824fd-3a4f-401a-95a0-acf75c1cc1af" providerId="ADAL" clId="{99E6E479-EF6C-4E3E-A254-3F477F99F19B}" dt="2026-04-30T19:24:34.827" v="9166" actId="20577"/>
          <ac:spMkLst>
            <pc:docMk/>
            <pc:sldMk cId="2319012077" sldId="316"/>
            <ac:spMk id="5" creationId="{2228667D-92C7-4D04-65E2-CC66B98A9DB0}"/>
          </ac:spMkLst>
        </pc:spChg>
        <pc:spChg chg="mod">
          <ac:chgData name="dqrrkzkysm@goetheuniversitaet.onmicrosoft.com" userId="8ce824fd-3a4f-401a-95a0-acf75c1cc1af" providerId="ADAL" clId="{99E6E479-EF6C-4E3E-A254-3F477F99F19B}" dt="2026-04-30T18:52:35.981" v="8850" actId="1076"/>
          <ac:spMkLst>
            <pc:docMk/>
            <pc:sldMk cId="2319012077" sldId="316"/>
            <ac:spMk id="19" creationId="{135F26DC-8CC6-BA09-5AA4-92CCAD2FCB52}"/>
          </ac:spMkLst>
        </pc:spChg>
        <pc:picChg chg="add mod">
          <ac:chgData name="dqrrkzkysm@goetheuniversitaet.onmicrosoft.com" userId="8ce824fd-3a4f-401a-95a0-acf75c1cc1af" providerId="ADAL" clId="{99E6E479-EF6C-4E3E-A254-3F477F99F19B}" dt="2026-04-30T19:09:13.875" v="9123" actId="1076"/>
          <ac:picMkLst>
            <pc:docMk/>
            <pc:sldMk cId="2319012077" sldId="316"/>
            <ac:picMk id="23" creationId="{9F2177F7-27EC-017B-A2B2-E93467072365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4-30T19:09:08.393" v="9122" actId="14100"/>
          <ac:picMkLst>
            <pc:docMk/>
            <pc:sldMk cId="2319012077" sldId="316"/>
            <ac:picMk id="26" creationId="{1D3F36CA-6DBB-D5F4-42BE-66039EF208F4}"/>
          </ac:picMkLst>
        </pc:picChg>
      </pc:sldChg>
      <pc:sldChg chg="addSp delSp modSp add mod ord modShow">
        <pc:chgData name="dqrrkzkysm@goetheuniversitaet.onmicrosoft.com" userId="8ce824fd-3a4f-401a-95a0-acf75c1cc1af" providerId="ADAL" clId="{99E6E479-EF6C-4E3E-A254-3F477F99F19B}" dt="2026-05-05T15:57:14.495" v="10008" actId="729"/>
        <pc:sldMkLst>
          <pc:docMk/>
          <pc:sldMk cId="2171191215" sldId="317"/>
        </pc:sldMkLst>
        <pc:spChg chg="mod">
          <ac:chgData name="dqrrkzkysm@goetheuniversitaet.onmicrosoft.com" userId="8ce824fd-3a4f-401a-95a0-acf75c1cc1af" providerId="ADAL" clId="{99E6E479-EF6C-4E3E-A254-3F477F99F19B}" dt="2026-04-30T19:24:25.784" v="9163" actId="20577"/>
          <ac:spMkLst>
            <pc:docMk/>
            <pc:sldMk cId="2171191215" sldId="317"/>
            <ac:spMk id="5" creationId="{2A05F068-ADCA-18FD-5978-25ECF9BACD7F}"/>
          </ac:spMkLst>
        </pc:spChg>
        <pc:spChg chg="mod">
          <ac:chgData name="dqrrkzkysm@goetheuniversitaet.onmicrosoft.com" userId="8ce824fd-3a4f-401a-95a0-acf75c1cc1af" providerId="ADAL" clId="{99E6E479-EF6C-4E3E-A254-3F477F99F19B}" dt="2026-05-04T20:02:37.924" v="9516" actId="20577"/>
          <ac:spMkLst>
            <pc:docMk/>
            <pc:sldMk cId="2171191215" sldId="317"/>
            <ac:spMk id="19" creationId="{AD088931-FEB1-491C-36A5-899F03D0CBE1}"/>
          </ac:spMkLst>
        </pc:spChg>
        <pc:grpChg chg="add mod">
          <ac:chgData name="dqrrkzkysm@goetheuniversitaet.onmicrosoft.com" userId="8ce824fd-3a4f-401a-95a0-acf75c1cc1af" providerId="ADAL" clId="{99E6E479-EF6C-4E3E-A254-3F477F99F19B}" dt="2026-05-05T15:57:04.763" v="10007" actId="1076"/>
          <ac:grpSpMkLst>
            <pc:docMk/>
            <pc:sldMk cId="2171191215" sldId="317"/>
            <ac:grpSpMk id="10" creationId="{4957AFE2-0502-95F7-FE15-C4BDE3C2F19E}"/>
          </ac:grpSpMkLst>
        </pc:grpChg>
        <pc:picChg chg="add mod">
          <ac:chgData name="dqrrkzkysm@goetheuniversitaet.onmicrosoft.com" userId="8ce824fd-3a4f-401a-95a0-acf75c1cc1af" providerId="ADAL" clId="{99E6E479-EF6C-4E3E-A254-3F477F99F19B}" dt="2026-05-04T20:02:44.129" v="9518" actId="1076"/>
          <ac:picMkLst>
            <pc:docMk/>
            <pc:sldMk cId="2171191215" sldId="317"/>
            <ac:picMk id="9" creationId="{3D0CAB52-D423-B916-A789-B3480BAEA75F}"/>
          </ac:picMkLst>
        </pc:picChg>
        <pc:picChg chg="add mod modCrop">
          <ac:chgData name="dqrrkzkysm@goetheuniversitaet.onmicrosoft.com" userId="8ce824fd-3a4f-401a-95a0-acf75c1cc1af" providerId="ADAL" clId="{99E6E479-EF6C-4E3E-A254-3F477F99F19B}" dt="2026-05-05T15:57:01.362" v="10006" actId="164"/>
          <ac:picMkLst>
            <pc:docMk/>
            <pc:sldMk cId="2171191215" sldId="317"/>
            <ac:picMk id="13" creationId="{CE31189A-40F5-DBBD-7527-1A27D1A4BFCD}"/>
          </ac:picMkLst>
        </pc:picChg>
        <pc:cxnChg chg="add mod">
          <ac:chgData name="dqrrkzkysm@goetheuniversitaet.onmicrosoft.com" userId="8ce824fd-3a4f-401a-95a0-acf75c1cc1af" providerId="ADAL" clId="{99E6E479-EF6C-4E3E-A254-3F477F99F19B}" dt="2026-05-05T15:57:01.362" v="10006" actId="164"/>
          <ac:cxnSpMkLst>
            <pc:docMk/>
            <pc:sldMk cId="2171191215" sldId="317"/>
            <ac:cxnSpMk id="18" creationId="{679DFD96-00C8-45FC-F65A-0C777F15625A}"/>
          </ac:cxnSpMkLst>
        </pc:cxnChg>
        <pc:cxnChg chg="add mod">
          <ac:chgData name="dqrrkzkysm@goetheuniversitaet.onmicrosoft.com" userId="8ce824fd-3a4f-401a-95a0-acf75c1cc1af" providerId="ADAL" clId="{99E6E479-EF6C-4E3E-A254-3F477F99F19B}" dt="2026-05-05T15:57:01.362" v="10006" actId="164"/>
          <ac:cxnSpMkLst>
            <pc:docMk/>
            <pc:sldMk cId="2171191215" sldId="317"/>
            <ac:cxnSpMk id="21" creationId="{F419D4C9-ADA6-02AB-0FDE-CDF4BA6A34D1}"/>
          </ac:cxnSpMkLst>
        </pc:cxnChg>
        <pc:cxnChg chg="add mod">
          <ac:chgData name="dqrrkzkysm@goetheuniversitaet.onmicrosoft.com" userId="8ce824fd-3a4f-401a-95a0-acf75c1cc1af" providerId="ADAL" clId="{99E6E479-EF6C-4E3E-A254-3F477F99F19B}" dt="2026-05-05T15:57:01.362" v="10006" actId="164"/>
          <ac:cxnSpMkLst>
            <pc:docMk/>
            <pc:sldMk cId="2171191215" sldId="317"/>
            <ac:cxnSpMk id="24" creationId="{876F9861-1241-D42C-E1A6-EAA431B56437}"/>
          </ac:cxnSpMkLst>
        </pc:cxnChg>
        <pc:cxnChg chg="add mod">
          <ac:chgData name="dqrrkzkysm@goetheuniversitaet.onmicrosoft.com" userId="8ce824fd-3a4f-401a-95a0-acf75c1cc1af" providerId="ADAL" clId="{99E6E479-EF6C-4E3E-A254-3F477F99F19B}" dt="2026-05-05T15:57:01.362" v="10006" actId="164"/>
          <ac:cxnSpMkLst>
            <pc:docMk/>
            <pc:sldMk cId="2171191215" sldId="317"/>
            <ac:cxnSpMk id="26" creationId="{AEACE3C3-CC1B-D640-DB2D-6469546F4198}"/>
          </ac:cxnSpMkLst>
        </pc:cxnChg>
      </pc:sldChg>
      <pc:sldChg chg="addSp delSp modSp add mod modShow">
        <pc:chgData name="dqrrkzkysm@goetheuniversitaet.onmicrosoft.com" userId="8ce824fd-3a4f-401a-95a0-acf75c1cc1af" providerId="ADAL" clId="{99E6E479-EF6C-4E3E-A254-3F477F99F19B}" dt="2026-05-05T15:54:37.176" v="9991" actId="729"/>
        <pc:sldMkLst>
          <pc:docMk/>
          <pc:sldMk cId="3045024401" sldId="318"/>
        </pc:sldMkLst>
        <pc:spChg chg="mod">
          <ac:chgData name="dqrrkzkysm@goetheuniversitaet.onmicrosoft.com" userId="8ce824fd-3a4f-401a-95a0-acf75c1cc1af" providerId="ADAL" clId="{99E6E479-EF6C-4E3E-A254-3F477F99F19B}" dt="2026-05-04T17:58:07.478" v="9422" actId="1076"/>
          <ac:spMkLst>
            <pc:docMk/>
            <pc:sldMk cId="3045024401" sldId="318"/>
            <ac:spMk id="8" creationId="{B222530C-7040-1F34-BC2E-EE8C19D52E8A}"/>
          </ac:spMkLst>
        </pc:spChg>
        <pc:spChg chg="mod">
          <ac:chgData name="dqrrkzkysm@goetheuniversitaet.onmicrosoft.com" userId="8ce824fd-3a4f-401a-95a0-acf75c1cc1af" providerId="ADAL" clId="{99E6E479-EF6C-4E3E-A254-3F477F99F19B}" dt="2026-05-04T17:58:13.757" v="9423" actId="1076"/>
          <ac:spMkLst>
            <pc:docMk/>
            <pc:sldMk cId="3045024401" sldId="318"/>
            <ac:spMk id="11" creationId="{FD7BD5F9-9D11-9727-F450-98110A12E796}"/>
          </ac:spMkLst>
        </pc:spChg>
        <pc:spChg chg="mod">
          <ac:chgData name="dqrrkzkysm@goetheuniversitaet.onmicrosoft.com" userId="8ce824fd-3a4f-401a-95a0-acf75c1cc1af" providerId="ADAL" clId="{99E6E479-EF6C-4E3E-A254-3F477F99F19B}" dt="2026-05-04T17:58:02.655" v="9421" actId="1076"/>
          <ac:spMkLst>
            <pc:docMk/>
            <pc:sldMk cId="3045024401" sldId="318"/>
            <ac:spMk id="19" creationId="{D8C42E35-3E58-77F3-6886-03F2D7450CAA}"/>
          </ac:spMkLst>
        </pc:spChg>
        <pc:picChg chg="add mod modCrop">
          <ac:chgData name="dqrrkzkysm@goetheuniversitaet.onmicrosoft.com" userId="8ce824fd-3a4f-401a-95a0-acf75c1cc1af" providerId="ADAL" clId="{99E6E479-EF6C-4E3E-A254-3F477F99F19B}" dt="2026-05-04T18:00:30.335" v="9429" actId="1076"/>
          <ac:picMkLst>
            <pc:docMk/>
            <pc:sldMk cId="3045024401" sldId="318"/>
            <ac:picMk id="13" creationId="{ADF56B00-4C47-0DEE-0B4E-7894D2216D4C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4T17:59:48.525" v="9427" actId="1076"/>
          <ac:picMkLst>
            <pc:docMk/>
            <pc:sldMk cId="3045024401" sldId="318"/>
            <ac:picMk id="15" creationId="{6FE664AC-9EC0-482B-5113-8B94FBD55495}"/>
          </ac:picMkLst>
        </pc:picChg>
      </pc:sldChg>
      <pc:sldChg chg="add mod modShow">
        <pc:chgData name="dqrrkzkysm@goetheuniversitaet.onmicrosoft.com" userId="8ce824fd-3a4f-401a-95a0-acf75c1cc1af" providerId="ADAL" clId="{99E6E479-EF6C-4E3E-A254-3F477F99F19B}" dt="2026-05-05T15:54:37.176" v="9991" actId="729"/>
        <pc:sldMkLst>
          <pc:docMk/>
          <pc:sldMk cId="2767710199" sldId="319"/>
        </pc:sldMkLst>
      </pc:sldChg>
      <pc:sldChg chg="add mod modShow">
        <pc:chgData name="dqrrkzkysm@goetheuniversitaet.onmicrosoft.com" userId="8ce824fd-3a4f-401a-95a0-acf75c1cc1af" providerId="ADAL" clId="{99E6E479-EF6C-4E3E-A254-3F477F99F19B}" dt="2026-05-05T15:57:29.906" v="10010" actId="729"/>
        <pc:sldMkLst>
          <pc:docMk/>
          <pc:sldMk cId="1841848180" sldId="320"/>
        </pc:sldMkLst>
      </pc:sldChg>
      <pc:sldChg chg="add del">
        <pc:chgData name="dqrrkzkysm@goetheuniversitaet.onmicrosoft.com" userId="8ce824fd-3a4f-401a-95a0-acf75c1cc1af" providerId="ADAL" clId="{99E6E479-EF6C-4E3E-A254-3F477F99F19B}" dt="2026-05-05T15:56:03.722" v="10004" actId="2890"/>
        <pc:sldMkLst>
          <pc:docMk/>
          <pc:sldMk cId="2204956115" sldId="321"/>
        </pc:sldMkLst>
      </pc:sldChg>
      <pc:sldChg chg="addSp delSp modSp add mod">
        <pc:chgData name="dqrrkzkysm@goetheuniversitaet.onmicrosoft.com" userId="8ce824fd-3a4f-401a-95a0-acf75c1cc1af" providerId="ADAL" clId="{99E6E479-EF6C-4E3E-A254-3F477F99F19B}" dt="2026-05-05T16:16:32.458" v="10161" actId="1076"/>
        <pc:sldMkLst>
          <pc:docMk/>
          <pc:sldMk cId="3390744736" sldId="321"/>
        </pc:sldMkLst>
        <pc:spChg chg="mod">
          <ac:chgData name="dqrrkzkysm@goetheuniversitaet.onmicrosoft.com" userId="8ce824fd-3a4f-401a-95a0-acf75c1cc1af" providerId="ADAL" clId="{99E6E479-EF6C-4E3E-A254-3F477F99F19B}" dt="2026-05-05T16:09:57.348" v="10121" actId="14100"/>
          <ac:spMkLst>
            <pc:docMk/>
            <pc:sldMk cId="3390744736" sldId="321"/>
            <ac:spMk id="19" creationId="{70C30EB5-0B22-995E-2D33-6359AEC538C9}"/>
          </ac:spMkLst>
        </pc:spChg>
        <pc:picChg chg="del">
          <ac:chgData name="dqrrkzkysm@goetheuniversitaet.onmicrosoft.com" userId="8ce824fd-3a4f-401a-95a0-acf75c1cc1af" providerId="ADAL" clId="{99E6E479-EF6C-4E3E-A254-3F477F99F19B}" dt="2026-05-05T16:08:49.745" v="10032" actId="478"/>
          <ac:picMkLst>
            <pc:docMk/>
            <pc:sldMk cId="3390744736" sldId="321"/>
            <ac:picMk id="3" creationId="{B3512473-401E-2CEE-11F6-34A773D453E3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6:16:32.458" v="10161" actId="1076"/>
          <ac:picMkLst>
            <pc:docMk/>
            <pc:sldMk cId="3390744736" sldId="321"/>
            <ac:picMk id="6" creationId="{34280CD0-EA77-901E-3824-AA19782DC292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6:16:16.240" v="10159" actId="1076"/>
          <ac:picMkLst>
            <pc:docMk/>
            <pc:sldMk cId="3390744736" sldId="321"/>
            <ac:picMk id="8" creationId="{DADE32F4-FC20-C923-0FF9-B0FF58D5CBD9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6:16:05.717" v="10156" actId="1076"/>
          <ac:picMkLst>
            <pc:docMk/>
            <pc:sldMk cId="3390744736" sldId="321"/>
            <ac:picMk id="10" creationId="{AD623FDA-5D94-81FE-E71C-07C1AFF9FFBD}"/>
          </ac:picMkLst>
        </pc:picChg>
        <pc:picChg chg="add del mod">
          <ac:chgData name="dqrrkzkysm@goetheuniversitaet.onmicrosoft.com" userId="8ce824fd-3a4f-401a-95a0-acf75c1cc1af" providerId="ADAL" clId="{99E6E479-EF6C-4E3E-A254-3F477F99F19B}" dt="2026-05-05T16:15:04.145" v="10140" actId="478"/>
          <ac:picMkLst>
            <pc:docMk/>
            <pc:sldMk cId="3390744736" sldId="321"/>
            <ac:picMk id="12" creationId="{2F6DFCC3-EF27-7A4C-358F-2625C66492FE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6:16:10.588" v="10158" actId="1076"/>
          <ac:picMkLst>
            <pc:docMk/>
            <pc:sldMk cId="3390744736" sldId="321"/>
            <ac:picMk id="14" creationId="{826B2A51-1270-3D63-2026-6B80B5A7F8F1}"/>
          </ac:picMkLst>
        </pc:picChg>
        <pc:picChg chg="add mod">
          <ac:chgData name="dqrrkzkysm@goetheuniversitaet.onmicrosoft.com" userId="8ce824fd-3a4f-401a-95a0-acf75c1cc1af" providerId="ADAL" clId="{99E6E479-EF6C-4E3E-A254-3F477F99F19B}" dt="2026-05-05T16:16:08.435" v="10157" actId="1076"/>
          <ac:picMkLst>
            <pc:docMk/>
            <pc:sldMk cId="3390744736" sldId="321"/>
            <ac:picMk id="16" creationId="{0CB4CB29-1EA9-1530-6B87-01032205D680}"/>
          </ac:picMkLst>
        </pc:picChg>
      </pc:sldChg>
      <pc:sldChg chg="addSp delSp modSp add mod modShow">
        <pc:chgData name="dqrrkzkysm@goetheuniversitaet.onmicrosoft.com" userId="8ce824fd-3a4f-401a-95a0-acf75c1cc1af" providerId="ADAL" clId="{99E6E479-EF6C-4E3E-A254-3F477F99F19B}" dt="2026-05-05T17:42:03.795" v="10423" actId="20577"/>
        <pc:sldMkLst>
          <pc:docMk/>
          <pc:sldMk cId="1824808649" sldId="322"/>
        </pc:sldMkLst>
        <pc:spChg chg="mod">
          <ac:chgData name="dqrrkzkysm@goetheuniversitaet.onmicrosoft.com" userId="8ce824fd-3a4f-401a-95a0-acf75c1cc1af" providerId="ADAL" clId="{99E6E479-EF6C-4E3E-A254-3F477F99F19B}" dt="2026-05-05T17:31:18.752" v="10212" actId="20577"/>
          <ac:spMkLst>
            <pc:docMk/>
            <pc:sldMk cId="1824808649" sldId="322"/>
            <ac:spMk id="2" creationId="{E37C761C-30D5-5AB3-C2DD-99943E59391E}"/>
          </ac:spMkLst>
        </pc:spChg>
        <pc:spChg chg="add mod">
          <ac:chgData name="dqrrkzkysm@goetheuniversitaet.onmicrosoft.com" userId="8ce824fd-3a4f-401a-95a0-acf75c1cc1af" providerId="ADAL" clId="{99E6E479-EF6C-4E3E-A254-3F477F99F19B}" dt="2026-05-05T17:42:03.795" v="10423" actId="20577"/>
          <ac:spMkLst>
            <pc:docMk/>
            <pc:sldMk cId="1824808649" sldId="322"/>
            <ac:spMk id="3" creationId="{440DA187-5CDD-65BC-4CBE-94044532E7AC}"/>
          </ac:spMkLst>
        </pc:spChg>
        <pc:spChg chg="mod">
          <ac:chgData name="dqrrkzkysm@goetheuniversitaet.onmicrosoft.com" userId="8ce824fd-3a4f-401a-95a0-acf75c1cc1af" providerId="ADAL" clId="{99E6E479-EF6C-4E3E-A254-3F477F99F19B}" dt="2026-05-05T17:04:17.720" v="10203" actId="1076"/>
          <ac:spMkLst>
            <pc:docMk/>
            <pc:sldMk cId="1824808649" sldId="322"/>
            <ac:spMk id="4" creationId="{1E58BC1C-48C6-06E0-785C-A1D8033C0F52}"/>
          </ac:spMkLst>
        </pc:spChg>
        <pc:spChg chg="mod">
          <ac:chgData name="dqrrkzkysm@goetheuniversitaet.onmicrosoft.com" userId="8ce824fd-3a4f-401a-95a0-acf75c1cc1af" providerId="ADAL" clId="{99E6E479-EF6C-4E3E-A254-3F477F99F19B}" dt="2026-05-05T17:37:59.172" v="10290" actId="1076"/>
          <ac:spMkLst>
            <pc:docMk/>
            <pc:sldMk cId="1824808649" sldId="322"/>
            <ac:spMk id="5" creationId="{893A8FC9-5C73-CB4A-3BC5-05BAD0671537}"/>
          </ac:spMkLst>
        </pc:spChg>
        <pc:picChg chg="del">
          <ac:chgData name="dqrrkzkysm@goetheuniversitaet.onmicrosoft.com" userId="8ce824fd-3a4f-401a-95a0-acf75c1cc1af" providerId="ADAL" clId="{99E6E479-EF6C-4E3E-A254-3F477F99F19B}" dt="2026-05-05T17:03:50.131" v="10188" actId="478"/>
          <ac:picMkLst>
            <pc:docMk/>
            <pc:sldMk cId="1824808649" sldId="322"/>
            <ac:picMk id="7" creationId="{FF2D23CA-B6DA-9896-551D-11981032D0E8}"/>
          </ac:picMkLst>
        </pc:picChg>
      </pc:sldChg>
      <pc:sldChg chg="new del">
        <pc:chgData name="dqrrkzkysm@goetheuniversitaet.onmicrosoft.com" userId="8ce824fd-3a4f-401a-95a0-acf75c1cc1af" providerId="ADAL" clId="{99E6E479-EF6C-4E3E-A254-3F477F99F19B}" dt="2026-05-06T08:18:35.489" v="10487" actId="2696"/>
        <pc:sldMkLst>
          <pc:docMk/>
          <pc:sldMk cId="2937307652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bevel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de-DE" altLang="de-DE" noProof="0">
                <a:sym typeface="Avenir Roman" charset="0"/>
              </a:rPr>
              <a:t>Second level</a:t>
            </a:r>
          </a:p>
          <a:p>
            <a:pPr lvl="2"/>
            <a:r>
              <a:rPr lang="de-DE" altLang="de-DE" noProof="0">
                <a:sym typeface="Avenir Roman" charset="0"/>
              </a:rPr>
              <a:t>Third level</a:t>
            </a:r>
          </a:p>
          <a:p>
            <a:pPr lvl="3"/>
            <a:r>
              <a:rPr lang="de-DE" altLang="de-DE" noProof="0">
                <a:sym typeface="Avenir Roman" charset="0"/>
              </a:rPr>
              <a:t>Fourth level</a:t>
            </a:r>
          </a:p>
          <a:p>
            <a:pPr lvl="4"/>
            <a:r>
              <a:rPr lang="de-DE" altLang="de-DE" noProof="0">
                <a:sym typeface="Avenir Roman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7840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48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Good afternoon everyone, This is Kyle. Today I will present the project for my bachelor thesis. This research was inspired by a question in the field: "Why is Active Learning with query methods often only marginally better than random sampling?"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393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I will skip the general introduction to Active Learning, as I assume most of you are already familiar with the framework.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2425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Why am I conducting this research? Literature shows that certain subsets can yield significantly better results than random queries. This raises the question: why isn't there a query method that consistently finds these optimal subsets?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5392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My hypothesis is that the percentage of "good" subsets in a dataset is very low, making it difficult to identify the specific subsets needed to train a neural network effectively. Therefore, the goal of my project is to develop an approximation method to estimate the accuracy distribution over subsets in larger datasets.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8135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I am conducting my experiment in two phases. The first phase is an exhaustive evaluation on a toy dataset. We train a small neural network on subsets of 4 points selected from a 20-point training set. The task is a 2D classification problem. The second phase focuses on finding an approximation method to estimate the accuracy distribution on larger datasets.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5554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Now, I will show the results I obtained so far. After evaluating the neural network on my test dataset, I obtained this accuracy distribution. We can see that a large portion of subsets (around one-third) achieve an accuracy of only about 0.5, while very few subsets achieve high performance.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7939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To see if the distribution would change, I adjusted the experimental settings by increasing the number of unlabeled points and the labeling budget. I focused on these five n-k combinations for further testing.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1081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Here are the results of the different combinations. As you can see, the distributions remained very similar to the initial result, with a significant number of subsets still performing at around 0.5 accuracy.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6496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Next, I used a Random Forest model to see if its distribution followed the same pattern as the Neural Network. Comparing the two distributions shows that their performance curves are quite different; specifically, Random Forests appear to be less sensitive to the choice of subset.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8931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I also introduced noise into the training dataset by creating a margin along the decision boundary. The results show that while noise did not significantly impact the NN distribution across different margins, the RF distribution changed as the margin increased.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452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I then shifted the training data from randomly distributed points to equally distributed points. However, as the figures show, the NN distributions remained the same.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1271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Since changing the settings did not impact the NN distribution, I began investigating whether specific properties of the subsets affect accuracy. I tested several metrics, such as the average distance of the 4 points to the decision boundary and the label ratio within the subset. However, the results show that the correlation is very low between these features and the accuracy.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2086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As shown here, the label ratios for subsets in the low-accuracy range (0 to 0.2) and the high-accuracy range (0.8 to 1.0) are very similar.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4536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Furthermore, these figures illustrate point contributions across three accuracy ranges: top 10%, middle 10%, and bottom 10%. While there are some differences, they are not significant. In summary, my exhaustive evaluation shows that the accuracy distribution over subsets appears unpredictable using simple features. 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6911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This brings me to the next phase of my research: Distribution Approximation. 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My next step is to find a method that can approximate the full performance distribution of a dataset by using only a small fraction (e.g., 10%) of its subsets. I will validate this sampling strategy on my toy dataset before applying it to larger datasets like CIFAR-10.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24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kern="1200" dirty="0">
                <a:solidFill>
                  <a:srgbClr val="000000"/>
                </a:solidFill>
                <a:effectLst/>
                <a:latin typeface="Avenir Roman" charset="0"/>
                <a:ea typeface="Avenir Roman" charset="0"/>
                <a:cs typeface="Avenir Roman" charset="0"/>
                <a:sym typeface="Avenir Roman" charset="0"/>
              </a:rPr>
              <a:t>That concludes my presentation. Thank you for your attention. I am now happy to take any questions or comments you may have.</a:t>
            </a:r>
            <a:endParaRPr lang="de-DE" sz="4800" kern="1200" dirty="0">
              <a:solidFill>
                <a:srgbClr val="000000"/>
              </a:solidFill>
              <a:effectLst/>
              <a:latin typeface="Avenir Roman" charset="0"/>
              <a:ea typeface="Avenir Roman" charset="0"/>
              <a:cs typeface="Avenir Roman" charset="0"/>
              <a:sym typeface="Avenir Roman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5743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3774472" y="3905671"/>
            <a:ext cx="19938808" cy="4896545"/>
          </a:xfrm>
          <a:prstGeom prst="rect">
            <a:avLst/>
          </a:prstGeom>
        </p:spPr>
        <p:txBody>
          <a:bodyPr anchor="t" anchorCtr="0"/>
          <a:lstStyle>
            <a:lvl1pPr algn="l">
              <a:defRPr sz="8800">
                <a:solidFill>
                  <a:schemeClr val="tx1"/>
                </a:solidFill>
              </a:defRPr>
            </a:lvl1pPr>
          </a:lstStyle>
          <a:p>
            <a:r>
              <a:rPr lang="de-DE"/>
              <a:t>Titel/Vorlesung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3774472" y="8946232"/>
            <a:ext cx="19938808" cy="331236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74472" y="2178049"/>
            <a:ext cx="19938593" cy="1727621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 Nachname</a:t>
            </a:r>
          </a:p>
        </p:txBody>
      </p:sp>
    </p:spTree>
    <p:extLst>
      <p:ext uri="{BB962C8B-B14F-4D97-AF65-F5344CB8AC3E}">
        <p14:creationId xmlns:p14="http://schemas.microsoft.com/office/powerpoint/2010/main" val="387372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2"/>
          </p:nvPr>
        </p:nvSpPr>
        <p:spPr>
          <a:xfrm>
            <a:off x="1894856" y="2970213"/>
            <a:ext cx="20356141" cy="984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alt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marL="571500" indent="-571500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/>
            </a:pPr>
            <a:endParaRPr lang="de-DE" altLang="de-DE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046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9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7200800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12"/>
          </p:nvPr>
        </p:nvSpPr>
        <p:spPr>
          <a:xfrm>
            <a:off x="9743728" y="2970213"/>
            <a:ext cx="14041785" cy="98488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13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923925" indent="-742950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1189038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457325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731963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marL="654050" lvl="1" indent="-473075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928688" lvl="2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1196975" lvl="3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465263" lvl="4" indent="-47625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19999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CFAEF-18FE-4467-835D-533D5CCB0C34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Inhaltsplatzhalter 2"/>
          <p:cNvSpPr>
            <a:spLocks noGrp="1"/>
          </p:cNvSpPr>
          <p:nvPr>
            <p:ph idx="12"/>
          </p:nvPr>
        </p:nvSpPr>
        <p:spPr>
          <a:xfrm>
            <a:off x="12408024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92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3774472" y="3905671"/>
            <a:ext cx="19938808" cy="4896545"/>
          </a:xfrm>
          <a:prstGeom prst="rect">
            <a:avLst/>
          </a:prstGeom>
        </p:spPr>
        <p:txBody>
          <a:bodyPr anchor="t" anchorCtr="0"/>
          <a:lstStyle>
            <a:lvl1pPr algn="l">
              <a:defRPr sz="8800">
                <a:solidFill>
                  <a:schemeClr val="tx1"/>
                </a:solidFill>
              </a:defRPr>
            </a:lvl1pPr>
          </a:lstStyle>
          <a:p>
            <a:r>
              <a:rPr lang="de-DE"/>
              <a:t>Titel/Vorlesung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3774472" y="8946232"/>
            <a:ext cx="19938808" cy="331236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74472" y="2178049"/>
            <a:ext cx="19938593" cy="1727621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Name Nachname</a:t>
            </a:r>
          </a:p>
        </p:txBody>
      </p:sp>
    </p:spTree>
    <p:extLst>
      <p:ext uri="{BB962C8B-B14F-4D97-AF65-F5344CB8AC3E}">
        <p14:creationId xmlns:p14="http://schemas.microsoft.com/office/powerpoint/2010/main" val="318937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 algn="r">
              <a:defRPr sz="1800"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2"/>
          </p:nvPr>
        </p:nvSpPr>
        <p:spPr>
          <a:xfrm>
            <a:off x="1894856" y="2970213"/>
            <a:ext cx="20356141" cy="984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alt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marL="571500" indent="-571500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/>
            </a:pPr>
            <a:endParaRPr lang="de-DE" altLang="de-DE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076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B608-30BF-4780-AD74-2A39D90104E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9743728" y="2970213"/>
            <a:ext cx="14041785" cy="98488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7200800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340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4856" y="196850"/>
            <a:ext cx="18873787" cy="1439863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94856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923925" indent="-742950">
              <a:buClrTx/>
              <a:buSzPct val="100000"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1189038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457325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731963" indent="-742950">
              <a:buClrTx/>
              <a:buFont typeface="Arial" panose="020B0604020202020204" pitchFamily="34" charset="0"/>
              <a:buChar char="•"/>
              <a:defRPr lang="de-DE" sz="44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marL="654050" lvl="1" indent="-473075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928688" lvl="2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1196975" lvl="3" indent="-48260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465263" lvl="4" indent="-476250" algn="l" rtl="0" eaLnBrk="0" fontAlgn="base" hangingPunct="0">
              <a:spcBef>
                <a:spcPts val="3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CFAEF-18FE-4467-835D-533D5CCB0C34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6" name="Inhaltsplatzhalter 2"/>
          <p:cNvSpPr>
            <a:spLocks noGrp="1"/>
          </p:cNvSpPr>
          <p:nvPr>
            <p:ph idx="12"/>
          </p:nvPr>
        </p:nvSpPr>
        <p:spPr>
          <a:xfrm>
            <a:off x="12408024" y="2969568"/>
            <a:ext cx="9937104" cy="984949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  <a:lvl2pPr marL="654050" indent="-473075">
              <a:buClrTx/>
              <a:buSzPct val="100000"/>
              <a:buFont typeface="Arial" panose="020B0604020202020204" pitchFamily="34" charset="0"/>
              <a:buChar char="•"/>
              <a:defRPr sz="4400"/>
            </a:lvl2pPr>
            <a:lvl3pPr marL="928688" indent="-482600">
              <a:buClrTx/>
              <a:buFont typeface="Arial" panose="020B0604020202020204" pitchFamily="34" charset="0"/>
              <a:buChar char="•"/>
              <a:defRPr sz="4400"/>
            </a:lvl3pPr>
            <a:lvl4pPr marL="1196975" indent="-482600">
              <a:buClrTx/>
              <a:buFont typeface="Arial" panose="020B0604020202020204" pitchFamily="34" charset="0"/>
              <a:buChar char="•"/>
              <a:defRPr sz="4400"/>
            </a:lvl4pPr>
            <a:lvl5pPr marL="1465263" indent="-476250">
              <a:buClrTx/>
              <a:buFont typeface="Arial" panose="020B0604020202020204" pitchFamily="34" charset="0"/>
              <a:buChar char="•"/>
              <a:defRPr sz="44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689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/>
          </p:cNvSpPr>
          <p:nvPr userDrawn="1"/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defPPr>
              <a:defRPr lang="de-DE"/>
            </a:defPPr>
            <a:lvl1pPr algn="r" rtl="0" eaLnBrk="1" fontAlgn="base" hangingPunct="0">
              <a:spcBef>
                <a:spcPct val="0"/>
              </a:spcBef>
              <a:spcAft>
                <a:spcPct val="0"/>
              </a:spcAft>
              <a:defRPr sz="1000" kern="1200" smtClean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+mn-cs"/>
                <a:sym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152400" y="13338175"/>
            <a:ext cx="10772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1pPr>
            <a:lvl2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4572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9144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13716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18288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 eaLnBrk="1">
              <a:defRPr/>
            </a:pPr>
            <a:fld id="{B1653117-B3F9-4AC9-9C1A-504184EEB33D}" type="datetime4">
              <a:rPr lang="de-DE" altLang="de-DE" sz="1800" smtClean="0">
                <a:solidFill>
                  <a:srgbClr val="00618F"/>
                </a:solidFill>
                <a:latin typeface="+mj-lt"/>
              </a:rPr>
              <a:pPr eaLnBrk="1">
                <a:defRPr/>
              </a:pPr>
              <a:t>6. Mai 2026</a:t>
            </a:fld>
            <a:endParaRPr lang="de-DE" altLang="de-DE" sz="1800">
              <a:solidFill>
                <a:srgbClr val="00618F"/>
              </a:solidFill>
              <a:latin typeface="+mj-lt"/>
            </a:endParaRP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4"/>
          </p:nvPr>
        </p:nvSpPr>
        <p:spPr>
          <a:xfrm>
            <a:off x="22176000" y="13320000"/>
            <a:ext cx="1836000" cy="216000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906" r:id="rId3"/>
    <p:sldLayoutId id="2147483905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1pPr>
      <a:lvl2pPr marL="654050" indent="-473075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2pPr>
      <a:lvl3pPr marL="928688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3pPr>
      <a:lvl4pPr marL="1196975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4pPr>
      <a:lvl5pPr marL="1465263" indent="-47625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/>
          </p:cNvSpPr>
          <p:nvPr userDrawn="1"/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defPPr>
              <a:defRPr lang="de-DE"/>
            </a:defPPr>
            <a:lvl1pPr algn="r" rtl="0" eaLnBrk="1" fontAlgn="base" hangingPunct="0">
              <a:spcBef>
                <a:spcPct val="0"/>
              </a:spcBef>
              <a:spcAft>
                <a:spcPct val="0"/>
              </a:spcAft>
              <a:defRPr sz="1000" kern="1200" smtClean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+mn-cs"/>
                <a:sym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152400" y="13338175"/>
            <a:ext cx="10772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1pPr>
            <a:lvl2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2pPr>
            <a:lvl3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3pPr>
            <a:lvl4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4pPr>
            <a:lvl5pPr defTabSz="457200"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5pPr>
            <a:lvl6pPr marL="4572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6pPr>
            <a:lvl7pPr marL="9144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7pPr>
            <a:lvl8pPr marL="13716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8pPr>
            <a:lvl9pPr marL="1828800" indent="1828800" defTabSz="45720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defRPr>
            </a:lvl9pPr>
          </a:lstStyle>
          <a:p>
            <a:pPr eaLnBrk="1">
              <a:defRPr/>
            </a:pPr>
            <a:fld id="{B1653117-B3F9-4AC9-9C1A-504184EEB33D}" type="datetime4">
              <a:rPr lang="de-DE" altLang="de-DE" sz="1800" smtClean="0">
                <a:solidFill>
                  <a:srgbClr val="00618F"/>
                </a:solidFill>
                <a:latin typeface="+mj-lt"/>
              </a:rPr>
              <a:pPr eaLnBrk="1">
                <a:defRPr/>
              </a:pPr>
              <a:t>6. Mai 2026</a:t>
            </a:fld>
            <a:endParaRPr lang="de-DE" altLang="de-DE" sz="1800">
              <a:solidFill>
                <a:srgbClr val="00618F"/>
              </a:solidFill>
              <a:latin typeface="+mj-lt"/>
            </a:endParaRPr>
          </a:p>
        </p:txBody>
      </p:sp>
      <p:sp>
        <p:nvSpPr>
          <p:cNvPr id="9" name="Rectangle 3"/>
          <p:cNvSpPr>
            <a:spLocks noGrp="1"/>
          </p:cNvSpPr>
          <p:nvPr>
            <p:ph type="sldNum" sz="quarter" idx="4"/>
          </p:nvPr>
        </p:nvSpPr>
        <p:spPr>
          <a:xfrm>
            <a:off x="22176000" y="13319999"/>
            <a:ext cx="1836000" cy="214852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7001AD2-8E33-460C-B366-F9F101126BF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941884" y="13266738"/>
            <a:ext cx="20115212" cy="377825"/>
          </a:xfrm>
          <a:prstGeom prst="rect">
            <a:avLst/>
          </a:prstGeom>
        </p:spPr>
        <p:txBody>
          <a:bodyPr/>
          <a:lstStyle>
            <a:lvl1pPr algn="l">
              <a:defRPr sz="1800" dirty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56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5" r:id="rId3"/>
    <p:sldLayoutId id="2147483914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 sz="4400"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1pPr>
      <a:lvl2pPr marL="654050" indent="-473075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2pPr>
      <a:lvl3pPr marL="928688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3pPr>
      <a:lvl4pPr marL="1196975" indent="-4826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4pPr>
      <a:lvl5pPr marL="1465263" indent="-47625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4400" kern="1200">
          <a:solidFill>
            <a:srgbClr val="000000"/>
          </a:solidFill>
          <a:latin typeface="Arial Narrow" panose="020B0606020202030204" pitchFamily="34" charset="0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4065070@stud.uni-frankfurt.d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74364" y="4625130"/>
            <a:ext cx="19938808" cy="1474403"/>
          </a:xfrm>
        </p:spPr>
        <p:txBody>
          <a:bodyPr lIns="91440" tIns="45720" rIns="91440" bIns="45720" anchor="t" anchorCtr="0"/>
          <a:lstStyle/>
          <a:p>
            <a:r>
              <a:rPr lang="de-DE" dirty="0"/>
              <a:t>Project </a:t>
            </a:r>
            <a:r>
              <a:rPr lang="de-DE" dirty="0" err="1"/>
              <a:t>of</a:t>
            </a:r>
            <a:r>
              <a:rPr lang="de-DE" dirty="0"/>
              <a:t> Bachelor Thesis</a:t>
            </a:r>
            <a:br>
              <a:rPr lang="de-DE" dirty="0"/>
            </a:b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de-DE" dirty="0"/>
          </a:p>
          <a:p>
            <a:r>
              <a:rPr lang="de-DE" dirty="0"/>
              <a:t>Goethe Universität Frankfurt am Main</a:t>
            </a:r>
          </a:p>
          <a:p>
            <a:r>
              <a:rPr lang="de-DE" dirty="0"/>
              <a:t>Fachbereich 12 Informatik und Mathematik</a:t>
            </a:r>
          </a:p>
          <a:p>
            <a:r>
              <a:rPr lang="de-DE" dirty="0"/>
              <a:t>B.Sc. Informatik</a:t>
            </a:r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60D6C289-78B6-707D-4363-242EAD224F88}"/>
              </a:ext>
            </a:extLst>
          </p:cNvPr>
          <p:cNvSpPr txBox="1">
            <a:spLocks/>
          </p:cNvSpPr>
          <p:nvPr/>
        </p:nvSpPr>
        <p:spPr>
          <a:xfrm>
            <a:off x="3774472" y="8314661"/>
            <a:ext cx="19938593" cy="3671756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196975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465263" indent="-47625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Name: Chia-Hao Chang</a:t>
            </a:r>
          </a:p>
          <a:p>
            <a:r>
              <a:rPr lang="de-DE" dirty="0"/>
              <a:t>Matrikelnummer: 7119583</a:t>
            </a:r>
          </a:p>
          <a:p>
            <a:r>
              <a:rPr lang="de-DE" dirty="0"/>
              <a:t>Mailadresse: </a:t>
            </a:r>
            <a:r>
              <a:rPr lang="de-DE" dirty="0">
                <a:hlinkClick r:id="rId3"/>
              </a:rPr>
              <a:t>s4065070@stud.uni-frankfurt.de</a:t>
            </a:r>
            <a:endParaRPr lang="de-DE" dirty="0"/>
          </a:p>
          <a:p>
            <a:r>
              <a:rPr lang="de-DE" dirty="0"/>
              <a:t>Supervisor: Dustin Eisenhardt </a:t>
            </a:r>
            <a:r>
              <a:rPr lang="de-DE" dirty="0" err="1"/>
              <a:t>by</a:t>
            </a:r>
            <a:r>
              <a:rPr lang="de-DE" dirty="0"/>
              <a:t> MLO</a:t>
            </a:r>
          </a:p>
          <a:p>
            <a:r>
              <a:rPr lang="de-DE" dirty="0"/>
              <a:t>Professor: Dr. Florian Büttner </a:t>
            </a:r>
            <a:r>
              <a:rPr lang="de-DE" dirty="0" err="1"/>
              <a:t>by</a:t>
            </a:r>
            <a:r>
              <a:rPr lang="de-DE" dirty="0"/>
              <a:t> MLO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82654D-7295-098D-C163-09F55C9757A0}"/>
              </a:ext>
            </a:extLst>
          </p:cNvPr>
          <p:cNvSpPr txBox="1">
            <a:spLocks/>
          </p:cNvSpPr>
          <p:nvPr/>
        </p:nvSpPr>
        <p:spPr>
          <a:xfrm>
            <a:off x="3774257" y="6120798"/>
            <a:ext cx="17809836" cy="1474403"/>
          </a:xfrm>
          <a:prstGeom prst="rect">
            <a:avLst/>
          </a:prstGeom>
        </p:spPr>
        <p:txBody>
          <a:bodyPr lIns="91440" tIns="45720" rIns="91440" bIns="45720"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4800" dirty="0"/>
              <a:t>Why </a:t>
            </a:r>
            <a:r>
              <a:rPr lang="de-DE" sz="4800" dirty="0" err="1"/>
              <a:t>Is</a:t>
            </a:r>
            <a:r>
              <a:rPr lang="de-DE" sz="4800" dirty="0"/>
              <a:t> </a:t>
            </a:r>
            <a:r>
              <a:rPr lang="de-DE" sz="4800" dirty="0" err="1"/>
              <a:t>Active</a:t>
            </a:r>
            <a:r>
              <a:rPr lang="de-DE" sz="4800" dirty="0"/>
              <a:t> Learning With Query Methods </a:t>
            </a:r>
            <a:r>
              <a:rPr lang="de-DE" sz="4800" dirty="0" err="1"/>
              <a:t>Often</a:t>
            </a:r>
            <a:r>
              <a:rPr lang="de-DE" sz="4800" dirty="0"/>
              <a:t> Just Marginal Better </a:t>
            </a:r>
            <a:r>
              <a:rPr lang="de-DE" sz="4800" dirty="0" err="1"/>
              <a:t>Than</a:t>
            </a:r>
            <a:r>
              <a:rPr lang="de-DE" sz="4800" dirty="0"/>
              <a:t> Ramdom Sampling?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1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1E00A8-89F7-E7A1-6F89-91E74084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B0A3B-9826-21E6-C45B-E48B1040B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/>
            </a:b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1F12A1-B9F7-2416-9E8E-48B06F8BE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B28261-2325-6E85-3737-E032F39B6191}"/>
              </a:ext>
            </a:extLst>
          </p:cNvPr>
          <p:cNvSpPr txBox="1"/>
          <p:nvPr/>
        </p:nvSpPr>
        <p:spPr>
          <a:xfrm>
            <a:off x="1877639" y="3487846"/>
            <a:ext cx="21835426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 </a:t>
            </a:r>
            <a:r>
              <a:rPr lang="de-DE" sz="72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Introduction</a:t>
            </a:r>
            <a:endParaRPr lang="de-DE" sz="72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2. Motivation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3. Experiment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4. Aktueller Zustand</a:t>
            </a:r>
          </a:p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5. Q&amp;A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6A1CC37-1259-12FA-D165-3F281655C955}"/>
              </a:ext>
            </a:extLst>
          </p:cNvPr>
          <p:cNvSpPr>
            <a:spLocks noGrp="1"/>
          </p:cNvSpPr>
          <p:nvPr/>
        </p:nvSpPr>
        <p:spPr>
          <a:xfrm>
            <a:off x="1877639" y="1071309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Agenda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70AA-7D16-8038-411E-99AEBE0A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6BE154-A6F2-F653-9E71-CBBA011429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793A70A-71F3-A47C-822E-F2CF162B8637}"/>
              </a:ext>
            </a:extLst>
          </p:cNvPr>
          <p:cNvSpPr txBox="1"/>
          <p:nvPr/>
        </p:nvSpPr>
        <p:spPr>
          <a:xfrm>
            <a:off x="2180758" y="2178049"/>
            <a:ext cx="806383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1.1.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Active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Learning</a:t>
            </a:r>
          </a:p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1.2. Goal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AL</a:t>
            </a:r>
          </a:p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1.3. Query Methods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Uncertainty-based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Diversity-based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Hybrid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0529373-649A-A181-EEE4-82EE76C2472C}"/>
              </a:ext>
            </a:extLst>
          </p:cNvPr>
          <p:cNvSpPr>
            <a:spLocks noGrp="1"/>
          </p:cNvSpPr>
          <p:nvPr/>
        </p:nvSpPr>
        <p:spPr>
          <a:xfrm>
            <a:off x="1108641" y="196851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1. </a:t>
            </a:r>
            <a:r>
              <a:rPr lang="de-DE" sz="8000" dirty="0" err="1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Introduction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F157328-B414-9501-5CD6-36C8D2F6A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614" y="1723806"/>
            <a:ext cx="13815242" cy="70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10A0FCB-15C6-2F89-FD50-D5B3697F2886}"/>
              </a:ext>
            </a:extLst>
          </p:cNvPr>
          <p:cNvSpPr txBox="1"/>
          <p:nvPr/>
        </p:nvSpPr>
        <p:spPr>
          <a:xfrm>
            <a:off x="381038" y="7256362"/>
            <a:ext cx="24669268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           1.4. </a:t>
            </a: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Procedure </a:t>
            </a:r>
          </a:p>
          <a:p>
            <a:endParaRPr lang="en-US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Step 1: A small set of labeled data is used to train a machine learning model so that it has basic knowledge.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Step 2: The model selects data from an unlabeled data pool using a query method.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Step 3: Oracle annotates the selected data and adds it to the training dataset.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Step 4: The model is retrained with the updated training dataset.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Step 5: Steps 2-4 are repeated until the model is well-trained.</a:t>
            </a:r>
            <a:endParaRPr lang="de-DE" sz="4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0757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14A0-4762-10F0-51A4-044C015A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E26A43-6E84-3BBE-EA9D-E2E137BA9F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D31D716-6094-5876-4749-7F9149B8B20B}"/>
              </a:ext>
            </a:extLst>
          </p:cNvPr>
          <p:cNvSpPr txBox="1"/>
          <p:nvPr/>
        </p:nvSpPr>
        <p:spPr>
          <a:xfrm>
            <a:off x="1048974" y="3967830"/>
            <a:ext cx="2228605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Why are Query Methods Often Just Marginal Better Than Random Sampling? 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F1A7C11B-0ACC-2D62-C9F2-1B5E262924E6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2. Motivation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831FAA0-BB83-9CF4-8FC7-7F8964A67575}"/>
              </a:ext>
            </a:extLst>
          </p:cNvPr>
          <p:cNvSpPr txBox="1">
            <a:spLocks/>
          </p:cNvSpPr>
          <p:nvPr/>
        </p:nvSpPr>
        <p:spPr>
          <a:xfrm>
            <a:off x="1336353" y="5695452"/>
            <a:ext cx="21711293" cy="2465974"/>
          </a:xfrm>
          <a:prstGeom prst="rect">
            <a:avLst/>
          </a:prstGeom>
        </p:spPr>
        <p:txBody>
          <a:bodyPr lIns="91440" tIns="45720" rIns="91440" bIns="45720" anchor="t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</a:rPr>
              <a:t>There is literature that shows there are subsets with yield significantly better performance than random. So why is there no query method that performs similarly well? </a:t>
            </a:r>
            <a:r>
              <a:rPr lang="en-US" sz="3200" dirty="0">
                <a:solidFill>
                  <a:srgbClr val="000000"/>
                </a:solidFill>
              </a:rPr>
              <a:t>(Ref: Werner, T., Burchert, J., </a:t>
            </a:r>
            <a:r>
              <a:rPr lang="en-US" sz="3200" dirty="0" err="1">
                <a:solidFill>
                  <a:srgbClr val="000000"/>
                </a:solidFill>
              </a:rPr>
              <a:t>Stubbemann</a:t>
            </a:r>
            <a:r>
              <a:rPr lang="en-US" sz="3200" dirty="0">
                <a:solidFill>
                  <a:srgbClr val="000000"/>
                </a:solidFill>
              </a:rPr>
              <a:t>, M., &amp; Schmidt-Thieme, L. (2024). A Cross-Domain Benchmark for Active Learning. Advances in Neural Information Processing Systems, 37, 62875–62911. https://doi.org/10.52202/079017-2009)</a:t>
            </a:r>
            <a:br>
              <a:rPr lang="de-DE" sz="4000" dirty="0">
                <a:solidFill>
                  <a:srgbClr val="000000"/>
                </a:solidFill>
              </a:rPr>
            </a:br>
            <a:endParaRPr lang="en-U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75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E10F-1CEC-E009-FF59-297B2F46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4A079-962E-53BC-6846-F0A9A3445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5255" y="5018947"/>
            <a:ext cx="20733489" cy="1936668"/>
          </a:xfrm>
        </p:spPr>
        <p:txBody>
          <a:bodyPr lIns="91440" tIns="45720" rIns="91440" bIns="45720" anchor="t" anchorCtr="0"/>
          <a:lstStyle/>
          <a:p>
            <a:r>
              <a:rPr lang="de-DE" sz="6000" dirty="0" err="1">
                <a:solidFill>
                  <a:srgbClr val="000000"/>
                </a:solidFill>
              </a:rPr>
              <a:t>Hopythesis</a:t>
            </a:r>
            <a:r>
              <a:rPr lang="de-DE" sz="6000" dirty="0">
                <a:solidFill>
                  <a:srgbClr val="000000"/>
                </a:solidFill>
              </a:rPr>
              <a:t>:</a:t>
            </a:r>
            <a:br>
              <a:rPr lang="de-DE" sz="6000" dirty="0">
                <a:solidFill>
                  <a:srgbClr val="000000"/>
                </a:solidFill>
              </a:rPr>
            </a:br>
            <a:r>
              <a:rPr lang="de-DE" sz="6000" dirty="0">
                <a:solidFill>
                  <a:srgbClr val="000000"/>
                </a:solidFill>
              </a:rPr>
              <a:t>	</a:t>
            </a:r>
            <a:r>
              <a:rPr lang="en-US" sz="6000" dirty="0">
                <a:solidFill>
                  <a:srgbClr val="000000"/>
                </a:solidFill>
              </a:rPr>
              <a:t>The percentage of 'good' subsets in the dataset is low so that it is hard 	to </a:t>
            </a:r>
            <a:r>
              <a:rPr lang="en-US" sz="6000" b="1" dirty="0">
                <a:solidFill>
                  <a:srgbClr val="000000"/>
                </a:solidFill>
              </a:rPr>
              <a:t>find </a:t>
            </a:r>
            <a:r>
              <a:rPr lang="en-US" sz="6000" dirty="0">
                <a:solidFill>
                  <a:srgbClr val="000000"/>
                </a:solidFill>
              </a:rPr>
              <a:t>the subsets that can be used to train the neural network well.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5D2259-62B1-EA19-D678-F1E2073817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0F34609-8C3F-444C-A7E8-F977AAD3B1BB}"/>
              </a:ext>
            </a:extLst>
          </p:cNvPr>
          <p:cNvSpPr txBox="1"/>
          <p:nvPr/>
        </p:nvSpPr>
        <p:spPr>
          <a:xfrm>
            <a:off x="1148107" y="3041859"/>
            <a:ext cx="2323589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Why are Query Methods Often Just Marginal Better Than Random Sampling? </a:t>
            </a:r>
            <a:endParaRPr lang="de-DE" sz="6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756B30F-5EF2-C490-A88B-E1F1FA88215B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2. Motivation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03F411D-5A85-F2EB-ED21-AF6FFAF5AED3}"/>
              </a:ext>
            </a:extLst>
          </p:cNvPr>
          <p:cNvSpPr txBox="1"/>
          <p:nvPr/>
        </p:nvSpPr>
        <p:spPr>
          <a:xfrm>
            <a:off x="1825255" y="8206053"/>
            <a:ext cx="204335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Goal:</a:t>
            </a:r>
            <a:b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</a:b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	</a:t>
            </a:r>
            <a:r>
              <a:rPr lang="de-DE" sz="6000" dirty="0" err="1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To</a:t>
            </a: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 find an </a:t>
            </a:r>
            <a:r>
              <a:rPr lang="de-DE" sz="6000" dirty="0" err="1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approximation</a:t>
            </a: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 </a:t>
            </a:r>
            <a:r>
              <a:rPr lang="de-DE" sz="6000" dirty="0" err="1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method</a:t>
            </a:r>
            <a:r>
              <a:rPr lang="de-DE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 </a:t>
            </a:r>
            <a:r>
              <a:rPr lang="en-US" sz="600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rPr>
              <a:t>to approximate the accuracy 	distribution over subsets in a larger dataset.</a:t>
            </a:r>
            <a:endParaRPr lang="de-DE" sz="6000" dirty="0">
              <a:solidFill>
                <a:srgbClr val="000000"/>
              </a:solidFill>
              <a:latin typeface="+mj-lt"/>
              <a:ea typeface="+mj-ea"/>
              <a:cs typeface="+mj-cs"/>
              <a:sym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1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BFAF7-EE24-0625-4E8D-838A2723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F7CC33-B861-0129-6EA0-E3F10422D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4163" y="1981198"/>
            <a:ext cx="14683649" cy="10891282"/>
          </a:xfrm>
        </p:spPr>
        <p:txBody>
          <a:bodyPr lIns="91440" tIns="45720" rIns="91440" bIns="45720" anchor="b" anchorCtr="0"/>
          <a:lstStyle/>
          <a:p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</a:rPr>
              <a:t>Phase 1: Toy Dataset (Exhaustive Evaluation)</a:t>
            </a:r>
            <a:endParaRPr lang="en-US" sz="4800" b="1" dirty="0">
              <a:solidFill>
                <a:srgbClr val="F8F8F2"/>
              </a:solidFill>
              <a:latin typeface="Menlo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Build a small neural network (NN) for classification on a toy dataset.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Model: A neural network with 2 inputs (axis x, axis y), </a:t>
            </a:r>
          </a:p>
          <a:p>
            <a:pPr marL="0" indent="0"/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		  1 output (1/0) and no hidden neuron.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Training Dataset: 2D points within [-1,1]^2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Decision Boundary: main diagonal line (x=y)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Unlabeled Pool: 20 points.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Labeling Budget: 4 points.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Test Dataset: 20x20 2D points within [-1,1]^2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Goal: To see the subsets distribution upon accuracy after NN model trains with all combinations (4845 Subsets),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Exhaustive Evaluation: &gt; 125K Trainings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0000"/>
              </a:solidFill>
            </a:endParaRPr>
          </a:p>
          <a:p>
            <a:r>
              <a:rPr lang="de-DE" altLang="de-DE" sz="4800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Phase 2: </a:t>
            </a:r>
            <a:r>
              <a:rPr lang="de-DE" altLang="de-DE" sz="4800" b="1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Scaling</a:t>
            </a:r>
            <a:r>
              <a:rPr lang="de-DE" altLang="de-DE" sz="4800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</a:t>
            </a:r>
            <a:r>
              <a:rPr lang="de-DE" altLang="de-DE" sz="4800" b="1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to</a:t>
            </a:r>
            <a:r>
              <a:rPr lang="de-DE" altLang="de-DE" sz="4800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larger </a:t>
            </a:r>
            <a:r>
              <a:rPr lang="de-DE" altLang="de-DE" sz="4800" b="1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datasets</a:t>
            </a:r>
            <a:r>
              <a:rPr lang="de-DE" altLang="de-DE" sz="4800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(Approximation)</a:t>
            </a:r>
            <a:endParaRPr lang="de-DE" altLang="de-DE" sz="3600" b="1" dirty="0">
              <a:solidFill>
                <a:srgbClr val="000000"/>
              </a:solidFill>
              <a:latin typeface="Arial" panose="020B0604020202020204" pitchFamily="34" charset="0"/>
              <a:ea typeface="Google Sans Tex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Find an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approximation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method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to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apply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on a large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dataset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.</a:t>
            </a:r>
            <a:endParaRPr lang="en-US" sz="3600" dirty="0">
              <a:solidFill>
                <a:srgbClr val="00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Potential Datasets: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Honeypot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, </a:t>
            </a:r>
            <a:r>
              <a:rPr lang="de-DE" altLang="de-DE" sz="3600" dirty="0" err="1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Diverging</a:t>
            </a:r>
            <a:r>
              <a:rPr lang="de-DE" altLang="de-DE" sz="3600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 Sine, CIFAR-10 (+ LT).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BE5D252-D358-19A8-7224-00FEE64ECFDA}"/>
              </a:ext>
            </a:extLst>
          </p:cNvPr>
          <p:cNvSpPr>
            <a:spLocks noGrp="1"/>
          </p:cNvSpPr>
          <p:nvPr/>
        </p:nvSpPr>
        <p:spPr>
          <a:xfrm>
            <a:off x="1086782" y="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3. Experiment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493DF73-F0D8-27B3-7A04-086773EB8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90"/>
          <a:stretch>
            <a:fillRect/>
          </a:stretch>
        </p:blipFill>
        <p:spPr>
          <a:xfrm>
            <a:off x="16267813" y="6858000"/>
            <a:ext cx="7946065" cy="67416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3625BD4-6EBD-B989-74AF-46DE3FB38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t="7909" r="7461" b="4731"/>
          <a:stretch>
            <a:fillRect/>
          </a:stretch>
        </p:blipFill>
        <p:spPr>
          <a:xfrm>
            <a:off x="16715407" y="276447"/>
            <a:ext cx="7050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9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584C-33C2-DB37-33B0-77D2F3B0C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70A4257-4B6A-66D5-B5E3-7A6E87397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941" y="2502197"/>
            <a:ext cx="16820706" cy="112138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459415-C7C0-9280-3AF0-B3A7C58BD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978" y="4242188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2451DC-B3D1-BE87-C489-16D6C18D05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C767A49-3C3D-E94B-ECF9-9E6F43B9B1A0}"/>
              </a:ext>
            </a:extLst>
          </p:cNvPr>
          <p:cNvSpPr txBox="1"/>
          <p:nvPr/>
        </p:nvSpPr>
        <p:spPr>
          <a:xfrm>
            <a:off x="6138244" y="2105722"/>
            <a:ext cx="12851506" cy="70788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40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Warm-up: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</a:rPr>
              <a:t>the 4845 subsets distribution upon accuracy</a:t>
            </a:r>
            <a:endParaRPr lang="de-DE" sz="40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18263104-B1EE-9962-87BA-7B02213704CC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774B00-F4F9-5B80-5762-E3AF27811DAA}"/>
              </a:ext>
            </a:extLst>
          </p:cNvPr>
          <p:cNvSpPr txBox="1"/>
          <p:nvPr/>
        </p:nvSpPr>
        <p:spPr>
          <a:xfrm>
            <a:off x="11995094" y="13192780"/>
            <a:ext cx="155078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Accuracy</a:t>
            </a:r>
            <a:endParaRPr lang="de-DE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CAE813-E63D-2787-930D-6F885D701381}"/>
              </a:ext>
            </a:extLst>
          </p:cNvPr>
          <p:cNvSpPr txBox="1"/>
          <p:nvPr/>
        </p:nvSpPr>
        <p:spPr>
          <a:xfrm rot="16200000">
            <a:off x="2306161" y="7477861"/>
            <a:ext cx="347156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Numberr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of Subsets</a:t>
            </a:r>
            <a:endParaRPr lang="de-DE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638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A869-CEF6-9304-5140-BB81776E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33A25-5FE6-B939-AA3D-3E99ABCBE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978" y="4242188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A926A9-3002-FD54-EB37-B27C8ADF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6B9A9F-9471-AA07-226D-C8A5243C6662}"/>
              </a:ext>
            </a:extLst>
          </p:cNvPr>
          <p:cNvSpPr txBox="1"/>
          <p:nvPr/>
        </p:nvSpPr>
        <p:spPr>
          <a:xfrm>
            <a:off x="1894856" y="2857193"/>
            <a:ext cx="19786107" cy="92333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Exploring different n and k settings to see if the accuracy distribution changes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DA09B80-1039-E632-41C1-F55A4BDB30D4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CF79C32-1ABD-9AF3-C55A-5991657F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964" y="4367335"/>
            <a:ext cx="20662058" cy="751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2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8EAD-23ED-6BAC-970F-2092DCEF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B1B384-33D2-B3EE-57BD-057D2C765F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7DCD399-71FB-8318-C10A-3749A4116EA3}"/>
              </a:ext>
            </a:extLst>
          </p:cNvPr>
          <p:cNvSpPr txBox="1"/>
          <p:nvPr/>
        </p:nvSpPr>
        <p:spPr>
          <a:xfrm>
            <a:off x="2927254" y="1877643"/>
            <a:ext cx="1680898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Results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after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increasing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unlabeled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and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labeling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budget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:</a:t>
            </a:r>
            <a:b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</a:b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other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idea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: Change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learning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rate?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No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different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79A5DF86-2748-5686-0A6B-1E7CC5B7521B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75AAFEF-89AD-CAB5-F2FA-C481ECF1D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867" y="3867592"/>
            <a:ext cx="6825445" cy="448888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132C690-C3DF-B841-83AC-721C3ED764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026" y="3858841"/>
            <a:ext cx="7086694" cy="44976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8003C2E-DEF2-D2CD-81B5-98BBF84699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33" y="8701536"/>
            <a:ext cx="7082623" cy="44950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9D95B3-1219-1BA9-011B-1D5A54C5D4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434" y="3940597"/>
            <a:ext cx="7029631" cy="45629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0568F83-E575-F104-A071-1178767905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290" y="8621890"/>
            <a:ext cx="7159256" cy="465430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DF3706F-686C-71AC-1F99-E031BE6F16AC}"/>
              </a:ext>
            </a:extLst>
          </p:cNvPr>
          <p:cNvSpPr txBox="1"/>
          <p:nvPr/>
        </p:nvSpPr>
        <p:spPr>
          <a:xfrm>
            <a:off x="2017985" y="4020101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C31C48B-E921-34E8-4B78-C0A69EE7405A}"/>
              </a:ext>
            </a:extLst>
          </p:cNvPr>
          <p:cNvSpPr txBox="1"/>
          <p:nvPr/>
        </p:nvSpPr>
        <p:spPr>
          <a:xfrm>
            <a:off x="9522983" y="4020101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442F9E-5D85-A8C8-42D2-F84F518C284C}"/>
              </a:ext>
            </a:extLst>
          </p:cNvPr>
          <p:cNvSpPr txBox="1"/>
          <p:nvPr/>
        </p:nvSpPr>
        <p:spPr>
          <a:xfrm>
            <a:off x="17212391" y="4020101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k=8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E5A39F8-04AA-C243-E54A-DC24F22B104B}"/>
              </a:ext>
            </a:extLst>
          </p:cNvPr>
          <p:cNvSpPr txBox="1"/>
          <p:nvPr/>
        </p:nvSpPr>
        <p:spPr>
          <a:xfrm>
            <a:off x="13388214" y="8701536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F5D5A07-A1E4-1B0A-3D2B-A26C93EED8FD}"/>
              </a:ext>
            </a:extLst>
          </p:cNvPr>
          <p:cNvSpPr txBox="1"/>
          <p:nvPr/>
        </p:nvSpPr>
        <p:spPr>
          <a:xfrm>
            <a:off x="5168767" y="8710287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k=4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7FE3D82-5D6B-B321-B016-B44326827112}"/>
              </a:ext>
            </a:extLst>
          </p:cNvPr>
          <p:cNvSpPr txBox="1"/>
          <p:nvPr/>
        </p:nvSpPr>
        <p:spPr>
          <a:xfrm>
            <a:off x="8715706" y="633491"/>
            <a:ext cx="12195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92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54D35E-28B8-ED6B-94F9-4271AD01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4FA135-24F9-8482-358F-5728AAA093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A888DB5E-7E2F-EE1C-7361-8054AD39826F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2A6B573-7D6E-F2BA-28C8-79ACEDE9CA04}"/>
              </a:ext>
            </a:extLst>
          </p:cNvPr>
          <p:cNvSpPr txBox="1"/>
          <p:nvPr/>
        </p:nvSpPr>
        <p:spPr>
          <a:xfrm>
            <a:off x="3118640" y="2389958"/>
            <a:ext cx="168089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Using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Random Forest (RF)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with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same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training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dataset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: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40F42217-9188-9CEE-33C3-8744FFDDAC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79" y="3372904"/>
            <a:ext cx="7431592" cy="482895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8AB6600-EA1F-5DB5-65E0-E42AB5E330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121" y="3378702"/>
            <a:ext cx="7521428" cy="490991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0A0DCC1-3C1F-5321-1B2F-FA54BA0ED4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138" y="8390132"/>
            <a:ext cx="7431592" cy="481283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D377D9E-2F1B-4CE4-AD83-F2E714EB17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549" y="3397384"/>
            <a:ext cx="7431590" cy="481802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6D40122-37EC-41F5-A67E-B2FE233ABE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9165" y="8390133"/>
            <a:ext cx="7431591" cy="480983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433D3DE9-8C98-BBCC-C2A8-BB91962DCF48}"/>
              </a:ext>
            </a:extLst>
          </p:cNvPr>
          <p:cNvSpPr txBox="1"/>
          <p:nvPr/>
        </p:nvSpPr>
        <p:spPr>
          <a:xfrm>
            <a:off x="2094866" y="3879938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132A770-802C-9E5B-85BD-5622031B9B12}"/>
              </a:ext>
            </a:extLst>
          </p:cNvPr>
          <p:cNvSpPr txBox="1"/>
          <p:nvPr/>
        </p:nvSpPr>
        <p:spPr>
          <a:xfrm>
            <a:off x="4738333" y="8671349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5219EF3-FCA3-FD82-405E-D2C48A16268A}"/>
              </a:ext>
            </a:extLst>
          </p:cNvPr>
          <p:cNvSpPr txBox="1"/>
          <p:nvPr/>
        </p:nvSpPr>
        <p:spPr>
          <a:xfrm>
            <a:off x="9761116" y="3879938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k=5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1E3CC61-1685-659D-3658-E319B7375E58}"/>
              </a:ext>
            </a:extLst>
          </p:cNvPr>
          <p:cNvSpPr txBox="1"/>
          <p:nvPr/>
        </p:nvSpPr>
        <p:spPr>
          <a:xfrm>
            <a:off x="17427781" y="3972839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k=8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FA26DA9-D21C-C13B-6CD8-31FD73A695EB}"/>
              </a:ext>
            </a:extLst>
          </p:cNvPr>
          <p:cNvSpPr txBox="1"/>
          <p:nvPr/>
        </p:nvSpPr>
        <p:spPr>
          <a:xfrm>
            <a:off x="13963849" y="8671349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k=5</a:t>
            </a:r>
          </a:p>
        </p:txBody>
      </p:sp>
    </p:spTree>
    <p:extLst>
      <p:ext uri="{BB962C8B-B14F-4D97-AF65-F5344CB8AC3E}">
        <p14:creationId xmlns:p14="http://schemas.microsoft.com/office/powerpoint/2010/main" val="169709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9839-FF7A-9E3A-4D65-678CAA59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041F249-A702-AA40-9B98-9E9599342A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62" y="3599127"/>
            <a:ext cx="7868339" cy="407218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07E351-4D8E-1540-8327-AA78BDFEC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957" y="3503181"/>
            <a:ext cx="8223585" cy="426408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3B41D1-23C2-4082-981A-7B51995943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3542" y="3492556"/>
            <a:ext cx="8173239" cy="422580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5418734-16E5-4CEA-8BF8-E2A2F23F1B7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6626" y="8667053"/>
            <a:ext cx="8835440" cy="455651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C636CBD-A49C-F09B-5938-880108E835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58" y="8615809"/>
            <a:ext cx="9021076" cy="465899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8EB2D3-FE41-E97E-F1D3-F74E6F0CF6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A7B2974-4F50-7665-D2B1-C3BC87DD5990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BB642CE-58C3-6FDE-0C9E-9667A5F78F88}"/>
              </a:ext>
            </a:extLst>
          </p:cNvPr>
          <p:cNvSpPr txBox="1"/>
          <p:nvPr/>
        </p:nvSpPr>
        <p:spPr>
          <a:xfrm>
            <a:off x="3118640" y="2389958"/>
            <a:ext cx="168089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Comparing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results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NN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from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RF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3851C5C-B62C-045F-83D8-53DA781161B1}"/>
              </a:ext>
            </a:extLst>
          </p:cNvPr>
          <p:cNvSpPr txBox="1"/>
          <p:nvPr/>
        </p:nvSpPr>
        <p:spPr>
          <a:xfrm>
            <a:off x="830499" y="4592157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165DFDE-3DB6-D254-F495-4DA4D6CE0255}"/>
              </a:ext>
            </a:extLst>
          </p:cNvPr>
          <p:cNvSpPr txBox="1"/>
          <p:nvPr/>
        </p:nvSpPr>
        <p:spPr>
          <a:xfrm>
            <a:off x="833989" y="8667053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63132E7-84DD-4ED4-B1D3-81ABC1BDEF22}"/>
              </a:ext>
            </a:extLst>
          </p:cNvPr>
          <p:cNvSpPr txBox="1"/>
          <p:nvPr/>
        </p:nvSpPr>
        <p:spPr>
          <a:xfrm>
            <a:off x="8799911" y="4592157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k=5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BAEBD6C-9A7D-E9A8-0A5A-E22557CDB796}"/>
              </a:ext>
            </a:extLst>
          </p:cNvPr>
          <p:cNvSpPr txBox="1"/>
          <p:nvPr/>
        </p:nvSpPr>
        <p:spPr>
          <a:xfrm>
            <a:off x="17255920" y="4603213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n=20, k=8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3AA117A-6699-9066-D94B-95918C8813FB}"/>
              </a:ext>
            </a:extLst>
          </p:cNvPr>
          <p:cNvSpPr txBox="1"/>
          <p:nvPr/>
        </p:nvSpPr>
        <p:spPr>
          <a:xfrm>
            <a:off x="12541034" y="8667053"/>
            <a:ext cx="1495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n=30, k=5</a:t>
            </a:r>
          </a:p>
        </p:txBody>
      </p:sp>
    </p:spTree>
    <p:extLst>
      <p:ext uri="{BB962C8B-B14F-4D97-AF65-F5344CB8AC3E}">
        <p14:creationId xmlns:p14="http://schemas.microsoft.com/office/powerpoint/2010/main" val="81979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2202-6BEF-2518-4DA3-10E8F57D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5DB260-287A-C292-5B0C-5AD758B237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08DFF53E-8F01-7B2E-A604-D45E979DEF01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6724943-6DEE-90A3-3784-28E0D2E6D095}"/>
              </a:ext>
            </a:extLst>
          </p:cNvPr>
          <p:cNvSpPr txBox="1"/>
          <p:nvPr/>
        </p:nvSpPr>
        <p:spPr>
          <a:xfrm>
            <a:off x="3015377" y="2262085"/>
            <a:ext cx="194405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Results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creating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noises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: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noise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did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not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influence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result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NN, but RF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36923C-7996-F69C-A592-312B4A1C8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8307"/>
            <a:ext cx="25928243" cy="955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6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DA3E0-3961-2390-8419-56AFE2C9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D80600-E9AA-F6FB-00FE-8E5D33298B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420AA4BC-A9E0-D525-EAD0-5516AACAA513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0C30EB5-0B22-995E-2D33-6359AEC538C9}"/>
              </a:ext>
            </a:extLst>
          </p:cNvPr>
          <p:cNvSpPr txBox="1"/>
          <p:nvPr/>
        </p:nvSpPr>
        <p:spPr>
          <a:xfrm>
            <a:off x="3015376" y="2262085"/>
            <a:ext cx="199385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Results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training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dataset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where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eqaully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distributed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on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2D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area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280CD0-EA77-901E-3824-AA19782DC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624" y="0"/>
            <a:ext cx="2598632" cy="259863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ADE32F4-FC20-C923-0FF9-B0FF58D5C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43" y="8370424"/>
            <a:ext cx="10691151" cy="534557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D623FDA-5D94-81FE-E71C-07C1AFF9F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956" y="8370424"/>
            <a:ext cx="10691151" cy="534557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26B2A51-1270-3D63-2026-6B80B5A7F8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43" y="3041859"/>
            <a:ext cx="10691151" cy="534557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CB4CB29-1EA9-1530-6B87-01032205D6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956" y="3137552"/>
            <a:ext cx="10691151" cy="534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44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C1F3-4DCB-289D-B486-1470CBF3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379BEB-E94E-7F37-1C48-407CBECD9D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B8215571-F101-A972-291C-A0FF62DFA621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A5BD417-6193-3E32-5BED-251D92228D75}"/>
              </a:ext>
            </a:extLst>
          </p:cNvPr>
          <p:cNvSpPr txBox="1"/>
          <p:nvPr/>
        </p:nvSpPr>
        <p:spPr>
          <a:xfrm>
            <a:off x="821078" y="2182234"/>
            <a:ext cx="1557432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Most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Subsets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do not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help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NN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to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learn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Decision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Boundary (DB)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B4C45E-20EC-1610-22B6-7D91F642D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7" y="7705670"/>
            <a:ext cx="14525928" cy="577136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F9619AB-DD80-6F2C-39DB-761E9A6F3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9" t="6131" r="6357" b="5377"/>
          <a:stretch>
            <a:fillRect/>
          </a:stretch>
        </p:blipFill>
        <p:spPr>
          <a:xfrm>
            <a:off x="16487883" y="1658981"/>
            <a:ext cx="7317659" cy="584663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8EC9EE1-2477-47B9-73C8-37C10514B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" b="425"/>
          <a:stretch>
            <a:fillRect/>
          </a:stretch>
        </p:blipFill>
        <p:spPr>
          <a:xfrm>
            <a:off x="14650127" y="7799556"/>
            <a:ext cx="9472262" cy="558358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3D43485-6957-D1FA-35B2-EC5EB900E7DC}"/>
              </a:ext>
            </a:extLst>
          </p:cNvPr>
          <p:cNvSpPr txBox="1"/>
          <p:nvPr/>
        </p:nvSpPr>
        <p:spPr>
          <a:xfrm>
            <a:off x="821077" y="3257014"/>
            <a:ext cx="11756498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Which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properties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subests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might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affect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48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accuracy</a:t>
            </a:r>
            <a:r>
              <a:rPr lang="de-DE" sz="48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Average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between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and DB?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Min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to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DB (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closet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to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DB) 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Average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each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two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Label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ratio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If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DB in </a:t>
            </a:r>
            <a:r>
              <a:rPr lang="de-DE" sz="36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Convex</a:t>
            </a:r>
            <a:r>
              <a:rPr lang="de-DE" sz="36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Hull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6D4A559-BF50-DE3C-B013-F2447D1B8B0B}"/>
              </a:ext>
            </a:extLst>
          </p:cNvPr>
          <p:cNvSpPr txBox="1"/>
          <p:nvPr/>
        </p:nvSpPr>
        <p:spPr>
          <a:xfrm rot="16200000">
            <a:off x="15690467" y="4256413"/>
            <a:ext cx="17276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Accuracy</a:t>
            </a:r>
            <a:endParaRPr lang="de-DE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DC9755D-7FFA-E6B9-A329-B172CEA815E4}"/>
              </a:ext>
            </a:extLst>
          </p:cNvPr>
          <p:cNvSpPr txBox="1"/>
          <p:nvPr/>
        </p:nvSpPr>
        <p:spPr>
          <a:xfrm rot="16200000">
            <a:off x="13815336" y="10035798"/>
            <a:ext cx="17276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Accuracy</a:t>
            </a:r>
            <a:endParaRPr lang="de-DE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96E127-7C6B-16FE-9F70-779F0E0ACE87}"/>
              </a:ext>
            </a:extLst>
          </p:cNvPr>
          <p:cNvSpPr txBox="1"/>
          <p:nvPr/>
        </p:nvSpPr>
        <p:spPr>
          <a:xfrm rot="16200000">
            <a:off x="-602199" y="10329740"/>
            <a:ext cx="17276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Accuracy</a:t>
            </a:r>
            <a:endParaRPr lang="de-DE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BFD0AF-2794-5D0E-E151-D22021664CB6}"/>
              </a:ext>
            </a:extLst>
          </p:cNvPr>
          <p:cNvSpPr txBox="1"/>
          <p:nvPr/>
        </p:nvSpPr>
        <p:spPr>
          <a:xfrm>
            <a:off x="18035582" y="7305560"/>
            <a:ext cx="546612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Mean Distance of Subsets to Decision Boundary</a:t>
            </a:r>
            <a:endParaRPr lang="de-DE" sz="2000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BA58A80-7661-6763-A666-5113C8370631}"/>
              </a:ext>
            </a:extLst>
          </p:cNvPr>
          <p:cNvSpPr txBox="1"/>
          <p:nvPr/>
        </p:nvSpPr>
        <p:spPr>
          <a:xfrm>
            <a:off x="16912074" y="13057479"/>
            <a:ext cx="6139311" cy="4105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Mean Pairwise Distance of Subsets to Decision Boundary</a:t>
            </a:r>
            <a:endParaRPr lang="de-DE" sz="2000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8738AA5-AAE0-E5E8-591F-D371C7728C72}"/>
              </a:ext>
            </a:extLst>
          </p:cNvPr>
          <p:cNvSpPr txBox="1"/>
          <p:nvPr/>
        </p:nvSpPr>
        <p:spPr>
          <a:xfrm>
            <a:off x="5241069" y="13183090"/>
            <a:ext cx="524263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Min Distance of Subsets to Decision Boundary</a:t>
            </a:r>
            <a:endParaRPr lang="de-DE" sz="2000" b="1" dirty="0" err="1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906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9C17C5-1C2E-1F0E-1518-9EEA8D2D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EFF079AD-48F1-B5AF-DA86-C47117AB9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t="7909" r="7461" b="4731"/>
          <a:stretch>
            <a:fillRect/>
          </a:stretch>
        </p:blipFill>
        <p:spPr>
          <a:xfrm>
            <a:off x="197272" y="8190057"/>
            <a:ext cx="4533107" cy="4409104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EB4E348-5DDB-8030-9D05-2AB0E962A3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 dirty="0">
              <a:solidFill>
                <a:srgbClr val="F8F8F2"/>
              </a:solidFill>
              <a:latin typeface="Menlo"/>
            </a:endParaRPr>
          </a:p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613B4375-D269-C4E2-464E-6F3ABAF70FBE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381D671-F57B-333E-60B1-8A28772E715B}"/>
              </a:ext>
            </a:extLst>
          </p:cNvPr>
          <p:cNvSpPr txBox="1"/>
          <p:nvPr/>
        </p:nvSpPr>
        <p:spPr>
          <a:xfrm>
            <a:off x="1676899" y="2907157"/>
            <a:ext cx="755216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between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(SS) and DB?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BB539DD-ED5D-406B-567C-0B4509447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9" t="6131" r="6357" b="5377"/>
          <a:stretch>
            <a:fillRect/>
          </a:stretch>
        </p:blipFill>
        <p:spPr>
          <a:xfrm>
            <a:off x="9983953" y="2178048"/>
            <a:ext cx="13729112" cy="1096923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A9A9F0F-499B-CDC1-0711-EF0FAF775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244" y="8694847"/>
            <a:ext cx="5297657" cy="353177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9D76C38-6147-A049-3547-DCD1C137FEDB}"/>
              </a:ext>
            </a:extLst>
          </p:cNvPr>
          <p:cNvSpPr txBox="1"/>
          <p:nvPr/>
        </p:nvSpPr>
        <p:spPr>
          <a:xfrm>
            <a:off x="1810569" y="4755202"/>
            <a:ext cx="779593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Average</a:t>
            </a: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distance of 4 points in SS to DB.</a:t>
            </a: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</a:b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DB9B6C-C267-D6EF-5478-549E4D9C90F2}"/>
              </a:ext>
            </a:extLst>
          </p:cNvPr>
          <p:cNvSpPr txBox="1"/>
          <p:nvPr/>
        </p:nvSpPr>
        <p:spPr>
          <a:xfrm>
            <a:off x="1810569" y="6695831"/>
            <a:ext cx="812632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/>
              <a:t>distances = </a:t>
            </a:r>
            <a:br>
              <a:rPr lang="pt-BR" sz="3200" dirty="0"/>
            </a:br>
            <a:r>
              <a:rPr lang="pt-BR" sz="3200" dirty="0"/>
              <a:t>	(data[:, 1] - data[:, 0]).abs() / (2 ** 0.5)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296AD79-C0CE-7758-99F6-02DC717C4D51}"/>
              </a:ext>
            </a:extLst>
          </p:cNvPr>
          <p:cNvCxnSpPr/>
          <p:nvPr/>
        </p:nvCxnSpPr>
        <p:spPr bwMode="auto">
          <a:xfrm flipH="1" flipV="1">
            <a:off x="2912652" y="10010317"/>
            <a:ext cx="553562" cy="552893"/>
          </a:xfrm>
          <a:prstGeom prst="line">
            <a:avLst/>
          </a:prstGeom>
          <a:solidFill>
            <a:srgbClr val="FFFFFF"/>
          </a:solidFill>
          <a:ln w="50800" cap="flat" cmpd="sng" algn="ctr">
            <a:solidFill>
              <a:srgbClr val="92D050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67710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BCDD5E-B614-1D7B-00BD-ED39226C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17EBF3-86CD-EB04-AB8D-FD03F4FA90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 dirty="0">
              <a:solidFill>
                <a:srgbClr val="F8F8F2"/>
              </a:solidFill>
              <a:latin typeface="Menlo"/>
            </a:endParaRPr>
          </a:p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D225F00C-2F99-F14F-0756-A2324267868D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C42E35-3E58-77F3-6886-03F2D7450CAA}"/>
              </a:ext>
            </a:extLst>
          </p:cNvPr>
          <p:cNvSpPr txBox="1"/>
          <p:nvPr/>
        </p:nvSpPr>
        <p:spPr>
          <a:xfrm>
            <a:off x="3059131" y="2241815"/>
            <a:ext cx="154415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between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(SS) and DB?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22530C-7040-1F34-BC2E-EE8C19D52E8A}"/>
              </a:ext>
            </a:extLst>
          </p:cNvPr>
          <p:cNvSpPr txBox="1"/>
          <p:nvPr/>
        </p:nvSpPr>
        <p:spPr>
          <a:xfrm>
            <a:off x="3059131" y="3001803"/>
            <a:ext cx="1579694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Average</a:t>
            </a: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pairwise distance of 4 points in SS.</a:t>
            </a: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</a:b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7BD5F9-9D11-9727-F450-98110A12E796}"/>
              </a:ext>
            </a:extLst>
          </p:cNvPr>
          <p:cNvSpPr txBox="1"/>
          <p:nvPr/>
        </p:nvSpPr>
        <p:spPr>
          <a:xfrm>
            <a:off x="3095581" y="3925133"/>
            <a:ext cx="115226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pair_distances</a:t>
            </a:r>
            <a:r>
              <a:rPr lang="en-US" dirty="0"/>
              <a:t> = [</a:t>
            </a:r>
            <a:r>
              <a:rPr lang="en-US" dirty="0" err="1"/>
              <a:t>torch.dist</a:t>
            </a:r>
            <a:r>
              <a:rPr lang="en-US" dirty="0"/>
              <a:t>(points[</a:t>
            </a:r>
            <a:r>
              <a:rPr lang="en-US" dirty="0" err="1"/>
              <a:t>i</a:t>
            </a:r>
            <a:r>
              <a:rPr lang="en-US" dirty="0"/>
              <a:t>], points[j]).item() for </a:t>
            </a:r>
            <a:r>
              <a:rPr lang="en-US" dirty="0" err="1"/>
              <a:t>i</a:t>
            </a:r>
            <a:r>
              <a:rPr lang="en-US" dirty="0"/>
              <a:t>, j in pairs]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DF56B00-4C47-0DEE-0B4E-7894D2216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" b="425"/>
          <a:stretch>
            <a:fillRect/>
          </a:stretch>
        </p:blipFill>
        <p:spPr>
          <a:xfrm>
            <a:off x="4592026" y="4646195"/>
            <a:ext cx="15199948" cy="89598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FE664AC-9EC0-482B-5113-8B94FBD5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755" y="3905670"/>
            <a:ext cx="4512807" cy="50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24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7DCEC9-5417-4965-B4DA-76871E68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D6A410-A098-8ECB-DE9C-B393D69EC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4FDBB74C-20E5-D0ED-8A9A-E269FB225BEE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0622A01-3D59-7352-F532-4CB003D74FB5}"/>
              </a:ext>
            </a:extLst>
          </p:cNvPr>
          <p:cNvSpPr txBox="1"/>
          <p:nvPr/>
        </p:nvSpPr>
        <p:spPr>
          <a:xfrm>
            <a:off x="3086476" y="2225802"/>
            <a:ext cx="1695134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between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SS and DB?</a:t>
            </a:r>
            <a:b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</a:b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Distance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between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b="1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closest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SS and DB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75E0CE-F235-7D75-21E3-A8B03E6E7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7881"/>
            <a:ext cx="24384000" cy="968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27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D7D68-8780-9E16-D5FF-9E9A3674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36AD8F-58AF-F8D3-2606-1DC1BD96C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93E9E8AB-7E9B-8A76-72FA-B5ACBAFC22F4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1EB7EB-CA29-1F42-CDDE-3D22064D66D5}"/>
              </a:ext>
            </a:extLst>
          </p:cNvPr>
          <p:cNvSpPr txBox="1"/>
          <p:nvPr/>
        </p:nvSpPr>
        <p:spPr>
          <a:xfrm>
            <a:off x="1317851" y="2157730"/>
            <a:ext cx="224229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label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ratios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different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accuracy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ranges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(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two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peaks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&amp; top/btm20).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D2B2044-654D-7763-BA11-E6715ED6D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69" y="3101379"/>
            <a:ext cx="12445426" cy="533375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C8F1FF8-20E9-2E46-2C65-3F1463C56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95" y="8374185"/>
            <a:ext cx="12464235" cy="534181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CE602B9-7363-B674-A5F8-85FEEBB007ED}"/>
              </a:ext>
            </a:extLst>
          </p:cNvPr>
          <p:cNvGrpSpPr/>
          <p:nvPr/>
        </p:nvGrpSpPr>
        <p:grpSpPr>
          <a:xfrm>
            <a:off x="15283884" y="6086714"/>
            <a:ext cx="7014470" cy="6692911"/>
            <a:chOff x="8684765" y="6463875"/>
            <a:chExt cx="7014470" cy="6692911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D8BA2B0F-9B3C-9916-02FE-8E2C9B289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95" r="8195" b="6008"/>
            <a:stretch>
              <a:fillRect/>
            </a:stretch>
          </p:blipFill>
          <p:spPr>
            <a:xfrm>
              <a:off x="8684765" y="6463875"/>
              <a:ext cx="7014470" cy="6692911"/>
            </a:xfrm>
            <a:prstGeom prst="rect">
              <a:avLst/>
            </a:prstGeom>
          </p:spPr>
        </p:pic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C353D04D-D989-705C-177B-887E05855B0A}"/>
                </a:ext>
              </a:extLst>
            </p:cNvPr>
            <p:cNvCxnSpPr/>
            <p:nvPr/>
          </p:nvCxnSpPr>
          <p:spPr bwMode="auto">
            <a:xfrm>
              <a:off x="11568223" y="8065564"/>
              <a:ext cx="2998382" cy="1418678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9CDD548F-11F2-1E1B-5B45-B45A3FE030AF}"/>
                </a:ext>
              </a:extLst>
            </p:cNvPr>
            <p:cNvCxnSpPr/>
            <p:nvPr/>
          </p:nvCxnSpPr>
          <p:spPr bwMode="auto">
            <a:xfrm>
              <a:off x="11610753" y="8065564"/>
              <a:ext cx="1275907" cy="4438324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C8E8262-5098-278F-27A5-559B22605A2D}"/>
                </a:ext>
              </a:extLst>
            </p:cNvPr>
            <p:cNvCxnSpPr/>
            <p:nvPr/>
          </p:nvCxnSpPr>
          <p:spPr bwMode="auto">
            <a:xfrm flipH="1">
              <a:off x="12929190" y="11823405"/>
              <a:ext cx="2020187" cy="616688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7BE01D6F-988C-FB57-ADF7-2FAD7B5B4251}"/>
                </a:ext>
              </a:extLst>
            </p:cNvPr>
            <p:cNvCxnSpPr/>
            <p:nvPr/>
          </p:nvCxnSpPr>
          <p:spPr bwMode="auto">
            <a:xfrm flipH="1" flipV="1">
              <a:off x="14566605" y="9484242"/>
              <a:ext cx="382772" cy="2339163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E54D8AF0-6E8A-4A4A-E418-84765972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3768" y="4037601"/>
            <a:ext cx="10325420" cy="126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35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558393-C390-F060-3375-21EDD530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5E502F-9A3B-C503-DC88-415DABFFB4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2BDD2830-C29D-5411-281A-63EED8393CAD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8B94F4C-0009-8AD3-E9BF-43C602198C50}"/>
              </a:ext>
            </a:extLst>
          </p:cNvPr>
          <p:cNvSpPr txBox="1"/>
          <p:nvPr/>
        </p:nvSpPr>
        <p:spPr>
          <a:xfrm>
            <a:off x="1317851" y="2157730"/>
            <a:ext cx="224229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The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label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ratios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different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accuracy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ranges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(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two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peaks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&amp; top/btm20).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A7998FA-5126-4689-4663-48AA70383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8" y="3189345"/>
            <a:ext cx="14126671" cy="605428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B8BE51B-866E-E05C-6D62-65A05469F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8156" y="8718698"/>
            <a:ext cx="11201055" cy="480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48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1C6400-E269-5D49-1D26-D543310B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72DB7A-6AAC-1749-6BDA-168E1E8688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2228667D-92C7-4D04-65E2-CC66B98A9DB0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35F26DC-8CC6-BA09-5AA4-92CCAD2FCB52}"/>
              </a:ext>
            </a:extLst>
          </p:cNvPr>
          <p:cNvSpPr txBox="1"/>
          <p:nvPr/>
        </p:nvSpPr>
        <p:spPr>
          <a:xfrm>
            <a:off x="274031" y="5455438"/>
            <a:ext cx="149104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Take a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look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some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specific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Subsets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F2177F7-27EC-017B-A2B2-E9346707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t="7909" r="7461" b="4731"/>
          <a:stretch>
            <a:fillRect/>
          </a:stretch>
        </p:blipFill>
        <p:spPr>
          <a:xfrm>
            <a:off x="15952736" y="4202120"/>
            <a:ext cx="8464095" cy="8232561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1D3F36CA-6DBB-D5F4-42BE-66039EF20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03" y="6596910"/>
            <a:ext cx="15489361" cy="350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12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16AE43-2428-D3FE-8576-94D38A63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3F6DBF-9E3B-A0C9-8919-69AB5B2CD3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2A05F068-ADCA-18FD-5978-25ECF9BACD7F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D088931-FEB1-491C-36A5-899F03D0CBE1}"/>
              </a:ext>
            </a:extLst>
          </p:cNvPr>
          <p:cNvSpPr txBox="1"/>
          <p:nvPr/>
        </p:nvSpPr>
        <p:spPr>
          <a:xfrm>
            <a:off x="2940631" y="2156254"/>
            <a:ext cx="20578588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Accuracy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when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DB in/out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Convex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Hull?</a:t>
            </a:r>
            <a:b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</a:br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4425 subsets cross the decision boundary and 420 subsets do not cross the decision boundary</a:t>
            </a:r>
            <a:endParaRPr lang="de-DE" sz="4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  <a:p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957AFE2-0502-95F7-FE15-C4BDE3C2F19E}"/>
              </a:ext>
            </a:extLst>
          </p:cNvPr>
          <p:cNvGrpSpPr/>
          <p:nvPr/>
        </p:nvGrpSpPr>
        <p:grpSpPr>
          <a:xfrm>
            <a:off x="9025007" y="6410392"/>
            <a:ext cx="7014470" cy="6692911"/>
            <a:chOff x="8684765" y="6463875"/>
            <a:chExt cx="7014470" cy="6692911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E31189A-40F5-DBBD-7527-1A27D1A4B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95" r="8195" b="6008"/>
            <a:stretch>
              <a:fillRect/>
            </a:stretch>
          </p:blipFill>
          <p:spPr>
            <a:xfrm>
              <a:off x="8684765" y="6463875"/>
              <a:ext cx="7014470" cy="6692911"/>
            </a:xfrm>
            <a:prstGeom prst="rect">
              <a:avLst/>
            </a:prstGeom>
          </p:spPr>
        </p:pic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679DFD96-00C8-45FC-F65A-0C777F15625A}"/>
                </a:ext>
              </a:extLst>
            </p:cNvPr>
            <p:cNvCxnSpPr/>
            <p:nvPr/>
          </p:nvCxnSpPr>
          <p:spPr bwMode="auto">
            <a:xfrm>
              <a:off x="11568223" y="8065564"/>
              <a:ext cx="2998382" cy="1418678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F419D4C9-ADA6-02AB-0FDE-CDF4BA6A34D1}"/>
                </a:ext>
              </a:extLst>
            </p:cNvPr>
            <p:cNvCxnSpPr/>
            <p:nvPr/>
          </p:nvCxnSpPr>
          <p:spPr bwMode="auto">
            <a:xfrm>
              <a:off x="11610753" y="8065564"/>
              <a:ext cx="1275907" cy="4438324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76F9861-1241-D42C-E1A6-EAA431B56437}"/>
                </a:ext>
              </a:extLst>
            </p:cNvPr>
            <p:cNvCxnSpPr/>
            <p:nvPr/>
          </p:nvCxnSpPr>
          <p:spPr bwMode="auto">
            <a:xfrm flipH="1">
              <a:off x="12929190" y="11823405"/>
              <a:ext cx="2020187" cy="616688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AEACE3C3-CC1B-D640-DB2D-6469546F4198}"/>
                </a:ext>
              </a:extLst>
            </p:cNvPr>
            <p:cNvCxnSpPr/>
            <p:nvPr/>
          </p:nvCxnSpPr>
          <p:spPr bwMode="auto">
            <a:xfrm flipH="1" flipV="1">
              <a:off x="14566605" y="9484242"/>
              <a:ext cx="382772" cy="2339163"/>
            </a:xfrm>
            <a:prstGeom prst="line">
              <a:avLst/>
            </a:prstGeom>
            <a:solidFill>
              <a:srgbClr val="FFFFFF"/>
            </a:solidFill>
            <a:ln w="50800" cap="flat" cmpd="sng" algn="ctr">
              <a:solidFill>
                <a:srgbClr val="004F8F"/>
              </a:solidFill>
              <a:prstDash val="solid"/>
              <a:bevel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3D0CAB52-D423-B916-A789-B3480BAEA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72" y="4058934"/>
            <a:ext cx="17980733" cy="219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9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0913-8E23-6F4A-F1C1-A30CCD19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E5DCCA-6307-D2D0-4B35-4B75FD9D4D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25F450F-566C-EEDC-2E23-17CA92D199F2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4. Current Status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A29819E-744E-15BB-4DC5-A9A48E253182}"/>
              </a:ext>
            </a:extLst>
          </p:cNvPr>
          <p:cNvSpPr txBox="1"/>
          <p:nvPr/>
        </p:nvSpPr>
        <p:spPr>
          <a:xfrm>
            <a:off x="3069179" y="2327554"/>
            <a:ext cx="193229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Take a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look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at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the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contribution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of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each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points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in different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accuracy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 </a:t>
            </a:r>
            <a:r>
              <a:rPr lang="de-DE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ranges</a:t>
            </a:r>
            <a:r>
              <a:rPr lang="de-DE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51DDD1A-B204-8230-D695-FA9D8D46D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3" y="3676836"/>
            <a:ext cx="24286697" cy="952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00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862754-3A2A-1EE3-4F46-FB5E59E2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8B730-3C8A-1423-3BC1-DD778C38E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FE296B-816E-BEDF-04EB-8A48701C60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30A5F72F-B3AD-17C5-D40F-9111CA5FD416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5. Schedule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A9EA607-C494-134E-723A-2FF1884C5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41" y="2178048"/>
            <a:ext cx="20594503" cy="1100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4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5965-6047-4022-E9E8-B854BFC3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C761C-30D5-5AB3-C2DD-99943E593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596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58BC1C-48C6-06E0-785C-A1D8033C0F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2596" y="5490131"/>
            <a:ext cx="19938593" cy="1727621"/>
          </a:xfrm>
        </p:spPr>
        <p:txBody>
          <a:bodyPr lIns="91440" tIns="45720" rIns="91440" bIns="45720" anchor="b" anchorCtr="0"/>
          <a:lstStyle/>
          <a:p>
            <a:endParaRPr lang="en-US" sz="900">
              <a:solidFill>
                <a:srgbClr val="F8F8F2"/>
              </a:solidFill>
              <a:latin typeface="Menlo"/>
            </a:endParaRPr>
          </a:p>
          <a:p>
            <a:r>
              <a:rPr lang="en-US" sz="900">
                <a:solidFill>
                  <a:srgbClr val="F8F8F2"/>
                </a:solidFill>
                <a:latin typeface="Menlo"/>
              </a:rPr>
              <a:t>Chia-Hao Chang</a:t>
            </a:r>
            <a:endParaRPr lang="en-US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893A8FC9-5C73-CB4A-3BC5-05BAD0671537}"/>
              </a:ext>
            </a:extLst>
          </p:cNvPr>
          <p:cNvSpPr>
            <a:spLocks noGrp="1"/>
          </p:cNvSpPr>
          <p:nvPr/>
        </p:nvSpPr>
        <p:spPr>
          <a:xfrm>
            <a:off x="2001182" y="141643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5. Next </a:t>
            </a:r>
            <a:r>
              <a:rPr lang="de-DE" sz="8000" dirty="0" err="1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Steps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0DA187-5CDD-65BC-4CBE-94044532E7AC}"/>
              </a:ext>
            </a:extLst>
          </p:cNvPr>
          <p:cNvSpPr txBox="1"/>
          <p:nvPr/>
        </p:nvSpPr>
        <p:spPr>
          <a:xfrm>
            <a:off x="3091312" y="2424369"/>
            <a:ext cx="19938808" cy="10064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5400" b="1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Approximation Method: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Goal: To approximate the full performance distribution of a dataset using only a fraction (e.g., 10%) of all possible subsets.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Validation on Toy Dataset:</a:t>
            </a:r>
          </a:p>
          <a:p>
            <a:pPr marL="1600200" lvl="2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Perform Monte Carlo sampling on the 4845 exhaustive results.</a:t>
            </a:r>
          </a:p>
          <a:p>
            <a:pPr marL="1600200" lvl="2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Measure approximation error using KL Divergence / Wasserstein Distance against the true distribution.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Investigate if other methods (e.g. stratified </a:t>
            </a:r>
            <a:r>
              <a:rPr lang="en-US" sz="5400" dirty="0" err="1">
                <a:solidFill>
                  <a:schemeClr val="tx2">
                    <a:lumMod val="50000"/>
                  </a:schemeClr>
                </a:solidFill>
                <a:latin typeface="Arial Narrow"/>
              </a:rPr>
              <a:t>sampleing</a:t>
            </a: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) provide a better approximation than simple random sampling.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Scaling Up: Apply the validated sampling strategy to larger rollout datasets (Honeypot, CIFAR-10) to estimate their performance landscapes without exhaustive training.</a:t>
            </a:r>
            <a:endParaRPr lang="de-DE" sz="5400" dirty="0">
              <a:solidFill>
                <a:schemeClr val="tx2">
                  <a:lumMod val="50000"/>
                </a:schemeClr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24808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59DE-1BAA-72E5-26C0-7681F5AD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0305E-2F1D-41B8-8FB4-8D229A7F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472" y="3905670"/>
            <a:ext cx="19938808" cy="4896545"/>
          </a:xfrm>
        </p:spPr>
        <p:txBody>
          <a:bodyPr lIns="91440" tIns="45720" rIns="91440" bIns="45720" anchor="t" anchorCtr="0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6C9BAF-86E8-4660-B394-4F83460D51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b" anchorCtr="0"/>
          <a:lstStyle/>
          <a:p>
            <a:endParaRPr lang="en-US" sz="900" dirty="0">
              <a:solidFill>
                <a:srgbClr val="F8F8F2"/>
              </a:solidFill>
              <a:latin typeface="Menlo"/>
            </a:endParaRPr>
          </a:p>
          <a:p>
            <a:r>
              <a:rPr lang="en-US" sz="900" dirty="0">
                <a:solidFill>
                  <a:srgbClr val="F8F8F2"/>
                </a:solidFill>
                <a:latin typeface="Menlo"/>
              </a:rPr>
              <a:t>Chia-Hao Chang</a:t>
            </a:r>
            <a:endParaRPr lang="en-US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D4223D5-8D66-F9FE-F857-D01D6FADA549}"/>
              </a:ext>
            </a:extLst>
          </p:cNvPr>
          <p:cNvSpPr txBox="1"/>
          <p:nvPr/>
        </p:nvSpPr>
        <p:spPr>
          <a:xfrm>
            <a:off x="3130476" y="4587104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6.1. Q &amp; A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441F7D74-B3DA-8189-3A5F-4D1B3FE8436F}"/>
              </a:ext>
            </a:extLst>
          </p:cNvPr>
          <p:cNvSpPr>
            <a:spLocks noGrp="1"/>
          </p:cNvSpPr>
          <p:nvPr/>
        </p:nvSpPr>
        <p:spPr>
          <a:xfrm>
            <a:off x="1894856" y="196850"/>
            <a:ext cx="18873787" cy="1981198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de-DE" sz="8000" dirty="0"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6. Q&amp;A</a:t>
            </a:r>
            <a:endParaRPr lang="de-DE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F6A1629-BD37-94D4-60CA-CC782A098BFB}"/>
              </a:ext>
            </a:extLst>
          </p:cNvPr>
          <p:cNvSpPr txBox="1"/>
          <p:nvPr/>
        </p:nvSpPr>
        <p:spPr>
          <a:xfrm>
            <a:off x="3130476" y="5753777"/>
            <a:ext cx="21835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7200" dirty="0">
                <a:solidFill>
                  <a:schemeClr val="tx2">
                    <a:lumMod val="50000"/>
                  </a:schemeClr>
                </a:solidFill>
                <a:latin typeface="Arial Narrow"/>
              </a:rPr>
              <a:t>6.2. Feedback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FEFA684-2690-1C4B-1EAC-38A5486496F3}"/>
              </a:ext>
            </a:extLst>
          </p:cNvPr>
          <p:cNvSpPr txBox="1">
            <a:spLocks/>
          </p:cNvSpPr>
          <p:nvPr/>
        </p:nvSpPr>
        <p:spPr>
          <a:xfrm>
            <a:off x="1539972" y="9483649"/>
            <a:ext cx="20310649" cy="209237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91440" tIns="45720" rIns="91440" bIns="45720" anchor="t" anchorCtr="0"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654050" indent="-47307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928688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196975" indent="-4826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465263" indent="-47625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4400" kern="120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600">
                <a:solidFill>
                  <a:srgbClr val="00618F"/>
                </a:solidFill>
                <a:latin typeface="Arial Narrow"/>
              </a:rPr>
              <a:t>Thank you for the attention!!!</a:t>
            </a:r>
            <a:endParaRPr lang="de-DE" sz="9600" dirty="0">
              <a:solidFill>
                <a:srgbClr val="006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60540"/>
      </p:ext>
    </p:extLst>
  </p:cSld>
  <p:clrMapOvr>
    <a:masterClrMapping/>
  </p:clrMapOvr>
</p:sld>
</file>

<file path=ppt/theme/theme1.xml><?xml version="1.0" encoding="utf-8"?>
<a:theme xmlns:a="http://schemas.openxmlformats.org/drawingml/2006/main" name="GU-Design">
  <a:themeElements>
    <a:clrScheme name="GU Farben">
      <a:dk1>
        <a:srgbClr val="00618F"/>
      </a:dk1>
      <a:lt1>
        <a:srgbClr val="FFFFFF"/>
      </a:lt1>
      <a:dk2>
        <a:srgbClr val="4D4B46"/>
      </a:dk2>
      <a:lt2>
        <a:srgbClr val="F8F6F5"/>
      </a:lt2>
      <a:accent1>
        <a:srgbClr val="0061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Goethe-Schriften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4400" dirty="0" err="1" smtClean="0">
            <a:solidFill>
              <a:schemeClr val="tx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U-Design ohne Goethekopf">
  <a:themeElements>
    <a:clrScheme name="GU Farben">
      <a:dk1>
        <a:srgbClr val="00618F"/>
      </a:dk1>
      <a:lt1>
        <a:srgbClr val="FFFFFF"/>
      </a:lt1>
      <a:dk2>
        <a:srgbClr val="4D4B46"/>
      </a:dk2>
      <a:lt2>
        <a:srgbClr val="F8F6F5"/>
      </a:lt2>
      <a:accent1>
        <a:srgbClr val="0061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Goethe-Schriften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508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4400" dirty="0" err="1" smtClean="0">
            <a:solidFill>
              <a:schemeClr val="tx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4F8F"/>
      </a:accent1>
      <a:accent2>
        <a:srgbClr val="E4E3DD"/>
      </a:accent2>
      <a:accent3>
        <a:srgbClr val="FFFFFF"/>
      </a:accent3>
      <a:accent4>
        <a:srgbClr val="000000"/>
      </a:accent4>
      <a:accent5>
        <a:srgbClr val="AAB2C6"/>
      </a:accent5>
      <a:accent6>
        <a:srgbClr val="CFCEC8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1969</Words>
  <Application>Microsoft Office PowerPoint</Application>
  <PresentationFormat>Benutzerdefiniert</PresentationFormat>
  <Paragraphs>202</Paragraphs>
  <Slides>25</Slides>
  <Notes>16</Notes>
  <HiddenSlides>9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Avenir Roman</vt:lpstr>
      <vt:lpstr>Menlo</vt:lpstr>
      <vt:lpstr>Arial</vt:lpstr>
      <vt:lpstr>Arial Narrow</vt:lpstr>
      <vt:lpstr>Georgia</vt:lpstr>
      <vt:lpstr>Wingdings</vt:lpstr>
      <vt:lpstr>GU-Design</vt:lpstr>
      <vt:lpstr>GU-Design ohne Goethekopf</vt:lpstr>
      <vt:lpstr>Project of Bachelor Thesis </vt:lpstr>
      <vt:lpstr> </vt:lpstr>
      <vt:lpstr>PowerPoint-Präsentation</vt:lpstr>
      <vt:lpstr>PowerPoint-Präsentation</vt:lpstr>
      <vt:lpstr>Hopythesis:  The percentage of 'good' subsets in the dataset is low so that it is hard  to find the subsets that can be used to train the neural network well.</vt:lpstr>
      <vt:lpstr>PowerPoint-Präsentation</vt:lpstr>
      <vt:lpstr> </vt:lpstr>
      <vt:lpstr>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Arkadij Schewtschenko</dc:creator>
  <cp:lastModifiedBy>dqrrkzkysm@goetheuniversitaet.onmicrosoft.com</cp:lastModifiedBy>
  <cp:revision>3</cp:revision>
  <dcterms:modified xsi:type="dcterms:W3CDTF">2026-05-06T12:22:23Z</dcterms:modified>
</cp:coreProperties>
</file>